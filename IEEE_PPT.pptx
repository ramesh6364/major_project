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 id="2147483718" r:id="rId2"/>
  </p:sldMasterIdLst>
  <p:notesMasterIdLst>
    <p:notesMasterId r:id="rId15"/>
  </p:notesMasterIdLst>
  <p:sldIdLst>
    <p:sldId id="319" r:id="rId3"/>
    <p:sldId id="300" r:id="rId4"/>
    <p:sldId id="258" r:id="rId5"/>
    <p:sldId id="308" r:id="rId6"/>
    <p:sldId id="284" r:id="rId7"/>
    <p:sldId id="309" r:id="rId8"/>
    <p:sldId id="314" r:id="rId9"/>
    <p:sldId id="318" r:id="rId10"/>
    <p:sldId id="320" r:id="rId11"/>
    <p:sldId id="301" r:id="rId12"/>
    <p:sldId id="303" r:id="rId13"/>
    <p:sldId id="310" r:id="rId1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autoAdjust="0"/>
  </p:normalViewPr>
  <p:slideViewPr>
    <p:cSldViewPr snapToGrid="0">
      <p:cViewPr varScale="1">
        <p:scale>
          <a:sx n="111" d="100"/>
          <a:sy n="111" d="100"/>
        </p:scale>
        <p:origin x="594" y="96"/>
      </p:cViewPr>
      <p:guideLst>
        <p:guide orient="horz" pos="2160"/>
        <p:guide pos="3840"/>
      </p:guideLst>
    </p:cSldViewPr>
  </p:slideViewPr>
  <p:outlineViewPr>
    <p:cViewPr>
      <p:scale>
        <a:sx n="33" d="100"/>
        <a:sy n="33" d="100"/>
      </p:scale>
      <p:origin x="0" y="3186"/>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03A26F-0BFD-A1E7-9536-2D938B4B45A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395612E8-76C9-B356-CA89-83177FE4CC8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AE052AC-87AF-40DD-8D7A-BA82BF518210}" type="datetimeFigureOut">
              <a:rPr lang="en-US"/>
              <a:pPr>
                <a:defRPr/>
              </a:pPr>
              <a:t>11/28/2025</a:t>
            </a:fld>
            <a:endParaRPr lang="en-US"/>
          </a:p>
        </p:txBody>
      </p:sp>
      <p:sp>
        <p:nvSpPr>
          <p:cNvPr id="4" name="Slide Image Placeholder 3">
            <a:extLst>
              <a:ext uri="{FF2B5EF4-FFF2-40B4-BE49-F238E27FC236}">
                <a16:creationId xmlns:a16="http://schemas.microsoft.com/office/drawing/2014/main" id="{57E7E5D0-17BD-B41B-08EB-7414EB292BB3}"/>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7CBEA80-5DBC-F545-A151-54E4F6D0846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8271C2F-D069-D900-A638-9E50DAD85BA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40F2AE75-4D4E-E8A2-8B3D-C33701225824}"/>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EAAD814-16D2-4CE1-B1DF-5724747ADFF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6704A57-490A-2C65-157E-8FABE0061928}"/>
              </a:ext>
            </a:extLst>
          </p:cNvPr>
          <p:cNvSpPr>
            <a:spLocks noGrp="1"/>
          </p:cNvSpPr>
          <p:nvPr>
            <p:ph type="dt" sz="half" idx="10"/>
          </p:nvPr>
        </p:nvSpPr>
        <p:spPr/>
        <p:txBody>
          <a:bodyPr/>
          <a:lstStyle>
            <a:lvl1pPr>
              <a:defRPr/>
            </a:lvl1pPr>
          </a:lstStyle>
          <a:p>
            <a:pPr>
              <a:defRPr/>
            </a:pPr>
            <a:fld id="{D2D24DD5-3ECC-4501-B0DC-9C74C60EC9EF}" type="datetimeFigureOut">
              <a:rPr lang="en-IN"/>
              <a:pPr>
                <a:defRPr/>
              </a:pPr>
              <a:t>28-11-2025</a:t>
            </a:fld>
            <a:endParaRPr lang="en-IN"/>
          </a:p>
        </p:txBody>
      </p:sp>
      <p:sp>
        <p:nvSpPr>
          <p:cNvPr id="5" name="Footer Placeholder 4">
            <a:extLst>
              <a:ext uri="{FF2B5EF4-FFF2-40B4-BE49-F238E27FC236}">
                <a16:creationId xmlns:a16="http://schemas.microsoft.com/office/drawing/2014/main" id="{02F1C77C-095A-B1B6-6ED7-13F53D63B92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2746D8A7-F0B8-4C36-4A7B-5C80A066144E}"/>
              </a:ext>
            </a:extLst>
          </p:cNvPr>
          <p:cNvSpPr>
            <a:spLocks noGrp="1"/>
          </p:cNvSpPr>
          <p:nvPr>
            <p:ph type="sldNum" sz="quarter" idx="12"/>
          </p:nvPr>
        </p:nvSpPr>
        <p:spPr/>
        <p:txBody>
          <a:bodyPr/>
          <a:lstStyle>
            <a:lvl1pPr>
              <a:defRPr/>
            </a:lvl1pPr>
          </a:lstStyle>
          <a:p>
            <a:pPr>
              <a:defRPr/>
            </a:pPr>
            <a:fld id="{14D28911-D06A-47F7-95B5-5EDF437BB674}" type="slidenum">
              <a:rPr lang="en-IN" altLang="en-US"/>
              <a:pPr>
                <a:defRPr/>
              </a:pPr>
              <a:t>‹#›</a:t>
            </a:fld>
            <a:endParaRPr lang="en-IN" altLang="en-US"/>
          </a:p>
        </p:txBody>
      </p:sp>
    </p:spTree>
    <p:extLst>
      <p:ext uri="{BB962C8B-B14F-4D97-AF65-F5344CB8AC3E}">
        <p14:creationId xmlns:p14="http://schemas.microsoft.com/office/powerpoint/2010/main" val="3581565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0E19F9-3E5E-49C0-F55B-58CAC8128E1D}"/>
              </a:ext>
            </a:extLst>
          </p:cNvPr>
          <p:cNvSpPr>
            <a:spLocks noGrp="1"/>
          </p:cNvSpPr>
          <p:nvPr>
            <p:ph type="dt" sz="half" idx="10"/>
          </p:nvPr>
        </p:nvSpPr>
        <p:spPr/>
        <p:txBody>
          <a:bodyPr/>
          <a:lstStyle>
            <a:lvl1pPr>
              <a:defRPr/>
            </a:lvl1pPr>
          </a:lstStyle>
          <a:p>
            <a:pPr>
              <a:defRPr/>
            </a:pPr>
            <a:fld id="{F6190BB5-A892-4B12-AE4E-93251A709E0A}" type="datetimeFigureOut">
              <a:rPr lang="en-IN"/>
              <a:pPr>
                <a:defRPr/>
              </a:pPr>
              <a:t>28-11-2025</a:t>
            </a:fld>
            <a:endParaRPr lang="en-IN"/>
          </a:p>
        </p:txBody>
      </p:sp>
      <p:sp>
        <p:nvSpPr>
          <p:cNvPr id="5" name="Footer Placeholder 4">
            <a:extLst>
              <a:ext uri="{FF2B5EF4-FFF2-40B4-BE49-F238E27FC236}">
                <a16:creationId xmlns:a16="http://schemas.microsoft.com/office/drawing/2014/main" id="{4504D3EA-9DE5-BD01-9E01-4B4053AE763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82ED0ED7-480E-D1DD-D758-06C037B01E58}"/>
              </a:ext>
            </a:extLst>
          </p:cNvPr>
          <p:cNvSpPr>
            <a:spLocks noGrp="1"/>
          </p:cNvSpPr>
          <p:nvPr>
            <p:ph type="sldNum" sz="quarter" idx="12"/>
          </p:nvPr>
        </p:nvSpPr>
        <p:spPr/>
        <p:txBody>
          <a:bodyPr/>
          <a:lstStyle>
            <a:lvl1pPr>
              <a:defRPr/>
            </a:lvl1pPr>
          </a:lstStyle>
          <a:p>
            <a:pPr>
              <a:defRPr/>
            </a:pPr>
            <a:fld id="{230F76F2-2830-4A7D-BB76-A104E40212AA}" type="slidenum">
              <a:rPr lang="en-IN" altLang="en-US"/>
              <a:pPr>
                <a:defRPr/>
              </a:pPr>
              <a:t>‹#›</a:t>
            </a:fld>
            <a:endParaRPr lang="en-IN" altLang="en-US"/>
          </a:p>
        </p:txBody>
      </p:sp>
    </p:spTree>
    <p:extLst>
      <p:ext uri="{BB962C8B-B14F-4D97-AF65-F5344CB8AC3E}">
        <p14:creationId xmlns:p14="http://schemas.microsoft.com/office/powerpoint/2010/main" val="1602095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A09CEC-803E-98BC-4127-6139FC153EFA}"/>
              </a:ext>
            </a:extLst>
          </p:cNvPr>
          <p:cNvSpPr>
            <a:spLocks noGrp="1"/>
          </p:cNvSpPr>
          <p:nvPr>
            <p:ph type="dt" sz="half" idx="10"/>
          </p:nvPr>
        </p:nvSpPr>
        <p:spPr/>
        <p:txBody>
          <a:bodyPr/>
          <a:lstStyle>
            <a:lvl1pPr>
              <a:defRPr/>
            </a:lvl1pPr>
          </a:lstStyle>
          <a:p>
            <a:pPr>
              <a:defRPr/>
            </a:pPr>
            <a:fld id="{1C89DC12-4B26-4F2A-8C05-0BDDA91E4EE9}" type="datetimeFigureOut">
              <a:rPr lang="en-IN"/>
              <a:pPr>
                <a:defRPr/>
              </a:pPr>
              <a:t>28-11-2025</a:t>
            </a:fld>
            <a:endParaRPr lang="en-IN"/>
          </a:p>
        </p:txBody>
      </p:sp>
      <p:sp>
        <p:nvSpPr>
          <p:cNvPr id="5" name="Footer Placeholder 4">
            <a:extLst>
              <a:ext uri="{FF2B5EF4-FFF2-40B4-BE49-F238E27FC236}">
                <a16:creationId xmlns:a16="http://schemas.microsoft.com/office/drawing/2014/main" id="{1542EEF1-9EF9-8A8F-C09D-DD0348FCE760}"/>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1D381384-2509-0160-BD83-D4356A392CDE}"/>
              </a:ext>
            </a:extLst>
          </p:cNvPr>
          <p:cNvSpPr>
            <a:spLocks noGrp="1"/>
          </p:cNvSpPr>
          <p:nvPr>
            <p:ph type="sldNum" sz="quarter" idx="12"/>
          </p:nvPr>
        </p:nvSpPr>
        <p:spPr/>
        <p:txBody>
          <a:bodyPr/>
          <a:lstStyle>
            <a:lvl1pPr>
              <a:defRPr/>
            </a:lvl1pPr>
          </a:lstStyle>
          <a:p>
            <a:pPr>
              <a:defRPr/>
            </a:pPr>
            <a:fld id="{B04A88DA-D578-4521-B269-91927C6B1D4A}" type="slidenum">
              <a:rPr lang="en-IN" altLang="en-US"/>
              <a:pPr>
                <a:defRPr/>
              </a:pPr>
              <a:t>‹#›</a:t>
            </a:fld>
            <a:endParaRPr lang="en-IN" altLang="en-US"/>
          </a:p>
        </p:txBody>
      </p:sp>
    </p:spTree>
    <p:extLst>
      <p:ext uri="{BB962C8B-B14F-4D97-AF65-F5344CB8AC3E}">
        <p14:creationId xmlns:p14="http://schemas.microsoft.com/office/powerpoint/2010/main" val="127161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4014D031-E69D-764F-B4C0-A51ACDF65338}"/>
              </a:ext>
            </a:extLst>
          </p:cNvPr>
          <p:cNvSpPr>
            <a:spLocks noGrp="1"/>
          </p:cNvSpPr>
          <p:nvPr>
            <p:ph type="dt" sz="half" idx="10"/>
          </p:nvPr>
        </p:nvSpPr>
        <p:spPr/>
        <p:txBody>
          <a:bodyPr/>
          <a:lstStyle>
            <a:lvl1pPr>
              <a:defRPr/>
            </a:lvl1pPr>
          </a:lstStyle>
          <a:p>
            <a:pPr>
              <a:defRPr/>
            </a:pPr>
            <a:fld id="{0642003D-1327-4E33-AF17-CC96522C6FF7}" type="datetimeFigureOut">
              <a:rPr lang="en-IN"/>
              <a:pPr>
                <a:defRPr/>
              </a:pPr>
              <a:t>28-11-2025</a:t>
            </a:fld>
            <a:endParaRPr lang="en-IN"/>
          </a:p>
        </p:txBody>
      </p:sp>
      <p:sp>
        <p:nvSpPr>
          <p:cNvPr id="6" name="Footer Placeholder 4">
            <a:extLst>
              <a:ext uri="{FF2B5EF4-FFF2-40B4-BE49-F238E27FC236}">
                <a16:creationId xmlns:a16="http://schemas.microsoft.com/office/drawing/2014/main" id="{0677938A-A96B-1E6A-3F7A-2106C6C6CDB9}"/>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8D357108-8018-55CE-5C37-496935AF434F}"/>
              </a:ext>
            </a:extLst>
          </p:cNvPr>
          <p:cNvSpPr>
            <a:spLocks noGrp="1"/>
          </p:cNvSpPr>
          <p:nvPr>
            <p:ph type="sldNum" sz="quarter" idx="12"/>
          </p:nvPr>
        </p:nvSpPr>
        <p:spPr/>
        <p:txBody>
          <a:bodyPr/>
          <a:lstStyle>
            <a:lvl1pPr>
              <a:defRPr/>
            </a:lvl1pPr>
          </a:lstStyle>
          <a:p>
            <a:pPr>
              <a:defRPr/>
            </a:pPr>
            <a:fld id="{6CD28371-7662-4857-B53C-8D76DD99AFDE}" type="slidenum">
              <a:rPr lang="en-IN" altLang="en-US"/>
              <a:pPr>
                <a:defRPr/>
              </a:pPr>
              <a:t>‹#›</a:t>
            </a:fld>
            <a:endParaRPr lang="en-IN" altLang="en-US"/>
          </a:p>
        </p:txBody>
      </p:sp>
    </p:spTree>
    <p:extLst>
      <p:ext uri="{BB962C8B-B14F-4D97-AF65-F5344CB8AC3E}">
        <p14:creationId xmlns:p14="http://schemas.microsoft.com/office/powerpoint/2010/main" val="3260003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B2EE063-682C-FDD6-F71B-94E6B288503A}"/>
              </a:ext>
            </a:extLst>
          </p:cNvPr>
          <p:cNvSpPr>
            <a:spLocks noGrp="1"/>
          </p:cNvSpPr>
          <p:nvPr>
            <p:ph type="dt" sz="half" idx="10"/>
          </p:nvPr>
        </p:nvSpPr>
        <p:spPr/>
        <p:txBody>
          <a:bodyPr/>
          <a:lstStyle>
            <a:lvl1pPr>
              <a:defRPr/>
            </a:lvl1pPr>
          </a:lstStyle>
          <a:p>
            <a:pPr>
              <a:defRPr/>
            </a:pPr>
            <a:fld id="{978F4420-3444-496F-826D-201F0937C039}" type="datetimeFigureOut">
              <a:rPr lang="en-IN"/>
              <a:pPr>
                <a:defRPr/>
              </a:pPr>
              <a:t>28-11-2025</a:t>
            </a:fld>
            <a:endParaRPr lang="en-IN"/>
          </a:p>
        </p:txBody>
      </p:sp>
      <p:sp>
        <p:nvSpPr>
          <p:cNvPr id="8" name="Footer Placeholder 4">
            <a:extLst>
              <a:ext uri="{FF2B5EF4-FFF2-40B4-BE49-F238E27FC236}">
                <a16:creationId xmlns:a16="http://schemas.microsoft.com/office/drawing/2014/main" id="{3F62EB86-A9EB-F11A-70D4-262A44686E72}"/>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0356163D-FD5E-F277-0A5A-692268BFAF9D}"/>
              </a:ext>
            </a:extLst>
          </p:cNvPr>
          <p:cNvSpPr>
            <a:spLocks noGrp="1"/>
          </p:cNvSpPr>
          <p:nvPr>
            <p:ph type="sldNum" sz="quarter" idx="12"/>
          </p:nvPr>
        </p:nvSpPr>
        <p:spPr/>
        <p:txBody>
          <a:bodyPr/>
          <a:lstStyle>
            <a:lvl1pPr>
              <a:defRPr/>
            </a:lvl1pPr>
          </a:lstStyle>
          <a:p>
            <a:pPr>
              <a:defRPr/>
            </a:pPr>
            <a:fld id="{D8AC1F47-6C09-459D-A58B-3AAC79CE05DF}" type="slidenum">
              <a:rPr lang="en-IN" altLang="en-US"/>
              <a:pPr>
                <a:defRPr/>
              </a:pPr>
              <a:t>‹#›</a:t>
            </a:fld>
            <a:endParaRPr lang="en-IN" altLang="en-US"/>
          </a:p>
        </p:txBody>
      </p:sp>
    </p:spTree>
    <p:extLst>
      <p:ext uri="{BB962C8B-B14F-4D97-AF65-F5344CB8AC3E}">
        <p14:creationId xmlns:p14="http://schemas.microsoft.com/office/powerpoint/2010/main" val="231530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59C522B-91EC-D842-4E44-CB7A572F35E2}"/>
              </a:ext>
            </a:extLst>
          </p:cNvPr>
          <p:cNvSpPr>
            <a:spLocks noGrp="1"/>
          </p:cNvSpPr>
          <p:nvPr>
            <p:ph type="dt" sz="half" idx="10"/>
          </p:nvPr>
        </p:nvSpPr>
        <p:spPr/>
        <p:txBody>
          <a:bodyPr/>
          <a:lstStyle>
            <a:lvl1pPr>
              <a:defRPr/>
            </a:lvl1pPr>
          </a:lstStyle>
          <a:p>
            <a:pPr>
              <a:defRPr/>
            </a:pPr>
            <a:fld id="{55B13CD3-14FF-4A0F-82FF-30DD0B8C5C9A}" type="datetimeFigureOut">
              <a:rPr lang="en-IN"/>
              <a:pPr>
                <a:defRPr/>
              </a:pPr>
              <a:t>28-11-2025</a:t>
            </a:fld>
            <a:endParaRPr lang="en-IN"/>
          </a:p>
        </p:txBody>
      </p:sp>
      <p:sp>
        <p:nvSpPr>
          <p:cNvPr id="4" name="Footer Placeholder 4">
            <a:extLst>
              <a:ext uri="{FF2B5EF4-FFF2-40B4-BE49-F238E27FC236}">
                <a16:creationId xmlns:a16="http://schemas.microsoft.com/office/drawing/2014/main" id="{49B10EC7-1F23-138C-F733-B479B2A17E47}"/>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56E1A6F7-5F94-F1B8-67D5-D0737C4E49E3}"/>
              </a:ext>
            </a:extLst>
          </p:cNvPr>
          <p:cNvSpPr>
            <a:spLocks noGrp="1"/>
          </p:cNvSpPr>
          <p:nvPr>
            <p:ph type="sldNum" sz="quarter" idx="12"/>
          </p:nvPr>
        </p:nvSpPr>
        <p:spPr/>
        <p:txBody>
          <a:bodyPr/>
          <a:lstStyle>
            <a:lvl1pPr>
              <a:defRPr/>
            </a:lvl1pPr>
          </a:lstStyle>
          <a:p>
            <a:pPr>
              <a:defRPr/>
            </a:pPr>
            <a:fld id="{400AB700-398E-4F86-B7EF-27310A8598FA}" type="slidenum">
              <a:rPr lang="en-IN" altLang="en-US"/>
              <a:pPr>
                <a:defRPr/>
              </a:pPr>
              <a:t>‹#›</a:t>
            </a:fld>
            <a:endParaRPr lang="en-IN" altLang="en-US"/>
          </a:p>
        </p:txBody>
      </p:sp>
    </p:spTree>
    <p:extLst>
      <p:ext uri="{BB962C8B-B14F-4D97-AF65-F5344CB8AC3E}">
        <p14:creationId xmlns:p14="http://schemas.microsoft.com/office/powerpoint/2010/main" val="3558839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CA94380-FD9D-9C28-0883-2CC7AC1286AE}"/>
              </a:ext>
            </a:extLst>
          </p:cNvPr>
          <p:cNvSpPr>
            <a:spLocks noGrp="1"/>
          </p:cNvSpPr>
          <p:nvPr>
            <p:ph type="dt" sz="half" idx="10"/>
          </p:nvPr>
        </p:nvSpPr>
        <p:spPr/>
        <p:txBody>
          <a:bodyPr/>
          <a:lstStyle>
            <a:lvl1pPr>
              <a:defRPr/>
            </a:lvl1pPr>
          </a:lstStyle>
          <a:p>
            <a:pPr>
              <a:defRPr/>
            </a:pPr>
            <a:fld id="{4A2CA4CF-F4B9-497F-92A4-79D8153E1962}" type="datetimeFigureOut">
              <a:rPr lang="en-IN"/>
              <a:pPr>
                <a:defRPr/>
              </a:pPr>
              <a:t>28-11-2025</a:t>
            </a:fld>
            <a:endParaRPr lang="en-IN"/>
          </a:p>
        </p:txBody>
      </p:sp>
      <p:sp>
        <p:nvSpPr>
          <p:cNvPr id="3" name="Footer Placeholder 4">
            <a:extLst>
              <a:ext uri="{FF2B5EF4-FFF2-40B4-BE49-F238E27FC236}">
                <a16:creationId xmlns:a16="http://schemas.microsoft.com/office/drawing/2014/main" id="{7CBAE75C-6D8E-2FD1-5BC2-EB2A3D97AD4F}"/>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7A687BAD-8A3F-F01D-88FF-89DFFFE89E60}"/>
              </a:ext>
            </a:extLst>
          </p:cNvPr>
          <p:cNvSpPr>
            <a:spLocks noGrp="1"/>
          </p:cNvSpPr>
          <p:nvPr>
            <p:ph type="sldNum" sz="quarter" idx="12"/>
          </p:nvPr>
        </p:nvSpPr>
        <p:spPr/>
        <p:txBody>
          <a:bodyPr/>
          <a:lstStyle>
            <a:lvl1pPr>
              <a:defRPr/>
            </a:lvl1pPr>
          </a:lstStyle>
          <a:p>
            <a:pPr>
              <a:defRPr/>
            </a:pPr>
            <a:fld id="{0F66B1CD-0A29-4D43-8640-4C663213DE82}" type="slidenum">
              <a:rPr lang="en-IN" altLang="en-US"/>
              <a:pPr>
                <a:defRPr/>
              </a:pPr>
              <a:t>‹#›</a:t>
            </a:fld>
            <a:endParaRPr lang="en-IN" altLang="en-US"/>
          </a:p>
        </p:txBody>
      </p:sp>
    </p:spTree>
    <p:extLst>
      <p:ext uri="{BB962C8B-B14F-4D97-AF65-F5344CB8AC3E}">
        <p14:creationId xmlns:p14="http://schemas.microsoft.com/office/powerpoint/2010/main" val="2718195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3CB9936-775A-1DD8-A9CC-81858C5CD103}"/>
              </a:ext>
            </a:extLst>
          </p:cNvPr>
          <p:cNvSpPr>
            <a:spLocks noGrp="1"/>
          </p:cNvSpPr>
          <p:nvPr>
            <p:ph type="dt" sz="half" idx="10"/>
          </p:nvPr>
        </p:nvSpPr>
        <p:spPr/>
        <p:txBody>
          <a:bodyPr/>
          <a:lstStyle>
            <a:lvl1pPr>
              <a:defRPr/>
            </a:lvl1pPr>
          </a:lstStyle>
          <a:p>
            <a:pPr>
              <a:defRPr/>
            </a:pPr>
            <a:fld id="{FD85DC8C-7958-4ACE-AC73-E44675BA7E6F}" type="datetimeFigureOut">
              <a:rPr lang="en-IN"/>
              <a:pPr>
                <a:defRPr/>
              </a:pPr>
              <a:t>28-11-2025</a:t>
            </a:fld>
            <a:endParaRPr lang="en-IN"/>
          </a:p>
        </p:txBody>
      </p:sp>
      <p:sp>
        <p:nvSpPr>
          <p:cNvPr id="6" name="Footer Placeholder 4">
            <a:extLst>
              <a:ext uri="{FF2B5EF4-FFF2-40B4-BE49-F238E27FC236}">
                <a16:creationId xmlns:a16="http://schemas.microsoft.com/office/drawing/2014/main" id="{0218EFE5-1D3A-F532-2144-056908B061D6}"/>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295C38F9-FCFF-F07A-78E3-6A3ADDB5B45F}"/>
              </a:ext>
            </a:extLst>
          </p:cNvPr>
          <p:cNvSpPr>
            <a:spLocks noGrp="1"/>
          </p:cNvSpPr>
          <p:nvPr>
            <p:ph type="sldNum" sz="quarter" idx="12"/>
          </p:nvPr>
        </p:nvSpPr>
        <p:spPr/>
        <p:txBody>
          <a:bodyPr/>
          <a:lstStyle>
            <a:lvl1pPr>
              <a:defRPr/>
            </a:lvl1pPr>
          </a:lstStyle>
          <a:p>
            <a:pPr>
              <a:defRPr/>
            </a:pPr>
            <a:fld id="{7B309D82-28CC-4367-8B25-3A7DC657935C}" type="slidenum">
              <a:rPr lang="en-IN" altLang="en-US"/>
              <a:pPr>
                <a:defRPr/>
              </a:pPr>
              <a:t>‹#›</a:t>
            </a:fld>
            <a:endParaRPr lang="en-IN" altLang="en-US"/>
          </a:p>
        </p:txBody>
      </p:sp>
    </p:spTree>
    <p:extLst>
      <p:ext uri="{BB962C8B-B14F-4D97-AF65-F5344CB8AC3E}">
        <p14:creationId xmlns:p14="http://schemas.microsoft.com/office/powerpoint/2010/main" val="752057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5A01859-B9B6-1A10-4DE1-B41B81AD39FD}"/>
              </a:ext>
            </a:extLst>
          </p:cNvPr>
          <p:cNvSpPr>
            <a:spLocks noGrp="1"/>
          </p:cNvSpPr>
          <p:nvPr>
            <p:ph type="dt" sz="half" idx="10"/>
          </p:nvPr>
        </p:nvSpPr>
        <p:spPr/>
        <p:txBody>
          <a:bodyPr/>
          <a:lstStyle>
            <a:lvl1pPr>
              <a:defRPr/>
            </a:lvl1pPr>
          </a:lstStyle>
          <a:p>
            <a:pPr>
              <a:defRPr/>
            </a:pPr>
            <a:fld id="{3EA8D019-3740-4717-8ECB-9FB4476EF108}" type="datetimeFigureOut">
              <a:rPr lang="en-IN"/>
              <a:pPr>
                <a:defRPr/>
              </a:pPr>
              <a:t>28-11-2025</a:t>
            </a:fld>
            <a:endParaRPr lang="en-IN"/>
          </a:p>
        </p:txBody>
      </p:sp>
      <p:sp>
        <p:nvSpPr>
          <p:cNvPr id="6" name="Footer Placeholder 4">
            <a:extLst>
              <a:ext uri="{FF2B5EF4-FFF2-40B4-BE49-F238E27FC236}">
                <a16:creationId xmlns:a16="http://schemas.microsoft.com/office/drawing/2014/main" id="{970719F1-AE1D-0058-2133-0EA0D086B5C4}"/>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58D08AB9-65E0-3BCA-5E71-D3D417FBB579}"/>
              </a:ext>
            </a:extLst>
          </p:cNvPr>
          <p:cNvSpPr>
            <a:spLocks noGrp="1"/>
          </p:cNvSpPr>
          <p:nvPr>
            <p:ph type="sldNum" sz="quarter" idx="12"/>
          </p:nvPr>
        </p:nvSpPr>
        <p:spPr/>
        <p:txBody>
          <a:bodyPr/>
          <a:lstStyle>
            <a:lvl1pPr>
              <a:defRPr/>
            </a:lvl1pPr>
          </a:lstStyle>
          <a:p>
            <a:pPr>
              <a:defRPr/>
            </a:pPr>
            <a:fld id="{A08458E2-DBF1-4443-814F-FDB4F758176B}" type="slidenum">
              <a:rPr lang="en-IN" altLang="en-US"/>
              <a:pPr>
                <a:defRPr/>
              </a:pPr>
              <a:t>‹#›</a:t>
            </a:fld>
            <a:endParaRPr lang="en-IN" altLang="en-US"/>
          </a:p>
        </p:txBody>
      </p:sp>
    </p:spTree>
    <p:extLst>
      <p:ext uri="{BB962C8B-B14F-4D97-AF65-F5344CB8AC3E}">
        <p14:creationId xmlns:p14="http://schemas.microsoft.com/office/powerpoint/2010/main" val="3353482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74F145-BE8A-4EAE-C560-5BF45A2965B8}"/>
              </a:ext>
            </a:extLst>
          </p:cNvPr>
          <p:cNvSpPr>
            <a:spLocks noGrp="1"/>
          </p:cNvSpPr>
          <p:nvPr>
            <p:ph type="dt" sz="half" idx="10"/>
          </p:nvPr>
        </p:nvSpPr>
        <p:spPr/>
        <p:txBody>
          <a:bodyPr/>
          <a:lstStyle>
            <a:lvl1pPr>
              <a:defRPr/>
            </a:lvl1pPr>
          </a:lstStyle>
          <a:p>
            <a:pPr>
              <a:defRPr/>
            </a:pPr>
            <a:fld id="{3E4B94B2-8A62-4BF2-99A4-235D43760711}" type="datetimeFigureOut">
              <a:rPr lang="en-IN"/>
              <a:pPr>
                <a:defRPr/>
              </a:pPr>
              <a:t>28-11-2025</a:t>
            </a:fld>
            <a:endParaRPr lang="en-IN"/>
          </a:p>
        </p:txBody>
      </p:sp>
      <p:sp>
        <p:nvSpPr>
          <p:cNvPr id="5" name="Footer Placeholder 4">
            <a:extLst>
              <a:ext uri="{FF2B5EF4-FFF2-40B4-BE49-F238E27FC236}">
                <a16:creationId xmlns:a16="http://schemas.microsoft.com/office/drawing/2014/main" id="{A6AD1193-2B02-0098-AE8B-4393ED51F2F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47A3467-C82E-44BB-89D7-C73C85DE5B68}"/>
              </a:ext>
            </a:extLst>
          </p:cNvPr>
          <p:cNvSpPr>
            <a:spLocks noGrp="1"/>
          </p:cNvSpPr>
          <p:nvPr>
            <p:ph type="sldNum" sz="quarter" idx="12"/>
          </p:nvPr>
        </p:nvSpPr>
        <p:spPr/>
        <p:txBody>
          <a:bodyPr/>
          <a:lstStyle>
            <a:lvl1pPr>
              <a:defRPr/>
            </a:lvl1pPr>
          </a:lstStyle>
          <a:p>
            <a:pPr>
              <a:defRPr/>
            </a:pPr>
            <a:fld id="{2BC41FB7-973E-4813-A47E-1CF872095ABF}" type="slidenum">
              <a:rPr lang="en-IN" altLang="en-US"/>
              <a:pPr>
                <a:defRPr/>
              </a:pPr>
              <a:t>‹#›</a:t>
            </a:fld>
            <a:endParaRPr lang="en-IN" altLang="en-US"/>
          </a:p>
        </p:txBody>
      </p:sp>
    </p:spTree>
    <p:extLst>
      <p:ext uri="{BB962C8B-B14F-4D97-AF65-F5344CB8AC3E}">
        <p14:creationId xmlns:p14="http://schemas.microsoft.com/office/powerpoint/2010/main" val="3787413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3"/>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3"/>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ED46D4-7409-5CDB-9F7F-177A7E1994B8}"/>
              </a:ext>
            </a:extLst>
          </p:cNvPr>
          <p:cNvSpPr>
            <a:spLocks noGrp="1"/>
          </p:cNvSpPr>
          <p:nvPr>
            <p:ph type="dt" sz="half" idx="10"/>
          </p:nvPr>
        </p:nvSpPr>
        <p:spPr/>
        <p:txBody>
          <a:bodyPr/>
          <a:lstStyle>
            <a:lvl1pPr>
              <a:defRPr/>
            </a:lvl1pPr>
          </a:lstStyle>
          <a:p>
            <a:pPr>
              <a:defRPr/>
            </a:pPr>
            <a:fld id="{3825B1DB-7A5E-4C30-82F7-6DBF151A5BCB}" type="datetimeFigureOut">
              <a:rPr lang="en-IN"/>
              <a:pPr>
                <a:defRPr/>
              </a:pPr>
              <a:t>28-11-2025</a:t>
            </a:fld>
            <a:endParaRPr lang="en-IN"/>
          </a:p>
        </p:txBody>
      </p:sp>
      <p:sp>
        <p:nvSpPr>
          <p:cNvPr id="5" name="Footer Placeholder 4">
            <a:extLst>
              <a:ext uri="{FF2B5EF4-FFF2-40B4-BE49-F238E27FC236}">
                <a16:creationId xmlns:a16="http://schemas.microsoft.com/office/drawing/2014/main" id="{07A0030B-B538-0004-E5DE-1D524CAD824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350AC82C-A083-2ADC-7A2E-6C4597483B88}"/>
              </a:ext>
            </a:extLst>
          </p:cNvPr>
          <p:cNvSpPr>
            <a:spLocks noGrp="1"/>
          </p:cNvSpPr>
          <p:nvPr>
            <p:ph type="sldNum" sz="quarter" idx="12"/>
          </p:nvPr>
        </p:nvSpPr>
        <p:spPr/>
        <p:txBody>
          <a:bodyPr/>
          <a:lstStyle>
            <a:lvl1pPr>
              <a:defRPr/>
            </a:lvl1pPr>
          </a:lstStyle>
          <a:p>
            <a:pPr>
              <a:defRPr/>
            </a:pPr>
            <a:fld id="{2E100652-1099-423A-9507-3BC37D1BDBAB}" type="slidenum">
              <a:rPr lang="en-IN" altLang="en-US"/>
              <a:pPr>
                <a:defRPr/>
              </a:pPr>
              <a:t>‹#›</a:t>
            </a:fld>
            <a:endParaRPr lang="en-IN" altLang="en-US"/>
          </a:p>
        </p:txBody>
      </p:sp>
    </p:spTree>
    <p:extLst>
      <p:ext uri="{BB962C8B-B14F-4D97-AF65-F5344CB8AC3E}">
        <p14:creationId xmlns:p14="http://schemas.microsoft.com/office/powerpoint/2010/main" val="3847276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2E8A97F-607F-8521-D649-98817C2FC39B}"/>
              </a:ext>
            </a:extLst>
          </p:cNvPr>
          <p:cNvSpPr>
            <a:spLocks noGrp="1"/>
          </p:cNvSpPr>
          <p:nvPr>
            <p:ph type="dt" sz="half" idx="10"/>
          </p:nvPr>
        </p:nvSpPr>
        <p:spPr/>
        <p:txBody>
          <a:bodyPr/>
          <a:lstStyle>
            <a:lvl1pPr>
              <a:defRPr/>
            </a:lvl1pPr>
          </a:lstStyle>
          <a:p>
            <a:pPr>
              <a:defRPr/>
            </a:pPr>
            <a:fld id="{09F28B46-6079-42A8-B8B5-3443511CB344}" type="datetimeFigureOut">
              <a:rPr lang="en-US"/>
              <a:pPr>
                <a:defRPr/>
              </a:pPr>
              <a:t>11/28/2025</a:t>
            </a:fld>
            <a:endParaRPr lang="en-US"/>
          </a:p>
        </p:txBody>
      </p:sp>
      <p:sp>
        <p:nvSpPr>
          <p:cNvPr id="5" name="Footer Placeholder 4">
            <a:extLst>
              <a:ext uri="{FF2B5EF4-FFF2-40B4-BE49-F238E27FC236}">
                <a16:creationId xmlns:a16="http://schemas.microsoft.com/office/drawing/2014/main" id="{ACCE5D0F-AD18-81F5-53E1-4C0CD146893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E281DC4-705B-E652-D19C-B4DEFDC8BC46}"/>
              </a:ext>
            </a:extLst>
          </p:cNvPr>
          <p:cNvSpPr>
            <a:spLocks noGrp="1"/>
          </p:cNvSpPr>
          <p:nvPr>
            <p:ph type="sldNum" sz="quarter" idx="12"/>
          </p:nvPr>
        </p:nvSpPr>
        <p:spPr/>
        <p:txBody>
          <a:bodyPr/>
          <a:lstStyle>
            <a:lvl1pPr>
              <a:defRPr/>
            </a:lvl1pPr>
          </a:lstStyle>
          <a:p>
            <a:pPr>
              <a:defRPr/>
            </a:pPr>
            <a:fld id="{B07D21A2-B45B-4D1B-84A1-D0B2BFD8B126}" type="slidenum">
              <a:rPr lang="en-US" altLang="en-US"/>
              <a:pPr>
                <a:defRPr/>
              </a:pPr>
              <a:t>‹#›</a:t>
            </a:fld>
            <a:endParaRPr lang="en-US" altLang="en-US"/>
          </a:p>
        </p:txBody>
      </p:sp>
    </p:spTree>
    <p:extLst>
      <p:ext uri="{BB962C8B-B14F-4D97-AF65-F5344CB8AC3E}">
        <p14:creationId xmlns:p14="http://schemas.microsoft.com/office/powerpoint/2010/main" val="342502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32CF8A-8CFD-8AA2-D10B-69AE57A9F2F8}"/>
              </a:ext>
            </a:extLst>
          </p:cNvPr>
          <p:cNvSpPr>
            <a:spLocks noGrp="1"/>
          </p:cNvSpPr>
          <p:nvPr>
            <p:ph type="dt" sz="half" idx="10"/>
          </p:nvPr>
        </p:nvSpPr>
        <p:spPr/>
        <p:txBody>
          <a:bodyPr/>
          <a:lstStyle>
            <a:lvl1pPr>
              <a:defRPr/>
            </a:lvl1pPr>
          </a:lstStyle>
          <a:p>
            <a:pPr>
              <a:defRPr/>
            </a:pPr>
            <a:fld id="{0B48104A-8A1B-4AEC-8499-99969D3B27E5}" type="datetimeFigureOut">
              <a:rPr lang="en-US"/>
              <a:pPr>
                <a:defRPr/>
              </a:pPr>
              <a:t>11/28/2025</a:t>
            </a:fld>
            <a:endParaRPr lang="en-US"/>
          </a:p>
        </p:txBody>
      </p:sp>
      <p:sp>
        <p:nvSpPr>
          <p:cNvPr id="5" name="Footer Placeholder 4">
            <a:extLst>
              <a:ext uri="{FF2B5EF4-FFF2-40B4-BE49-F238E27FC236}">
                <a16:creationId xmlns:a16="http://schemas.microsoft.com/office/drawing/2014/main" id="{A22D3F79-22E4-DACC-6779-340E0E81B1B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1F60035-B4D5-1B82-B6CF-9FFE1B50BFE6}"/>
              </a:ext>
            </a:extLst>
          </p:cNvPr>
          <p:cNvSpPr>
            <a:spLocks noGrp="1"/>
          </p:cNvSpPr>
          <p:nvPr>
            <p:ph type="sldNum" sz="quarter" idx="12"/>
          </p:nvPr>
        </p:nvSpPr>
        <p:spPr/>
        <p:txBody>
          <a:bodyPr/>
          <a:lstStyle>
            <a:lvl1pPr>
              <a:defRPr/>
            </a:lvl1pPr>
          </a:lstStyle>
          <a:p>
            <a:pPr>
              <a:defRPr/>
            </a:pPr>
            <a:fld id="{3B7D0EA9-1714-4E28-9B2E-7610EAB7434A}" type="slidenum">
              <a:rPr lang="en-US" altLang="en-US"/>
              <a:pPr>
                <a:defRPr/>
              </a:pPr>
              <a:t>‹#›</a:t>
            </a:fld>
            <a:endParaRPr lang="en-US" altLang="en-US"/>
          </a:p>
        </p:txBody>
      </p:sp>
    </p:spTree>
    <p:extLst>
      <p:ext uri="{BB962C8B-B14F-4D97-AF65-F5344CB8AC3E}">
        <p14:creationId xmlns:p14="http://schemas.microsoft.com/office/powerpoint/2010/main" val="3748191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C7EAB2-1558-271C-30A7-0BE25CE00902}"/>
              </a:ext>
            </a:extLst>
          </p:cNvPr>
          <p:cNvSpPr>
            <a:spLocks noGrp="1"/>
          </p:cNvSpPr>
          <p:nvPr>
            <p:ph type="dt" sz="half" idx="10"/>
          </p:nvPr>
        </p:nvSpPr>
        <p:spPr/>
        <p:txBody>
          <a:bodyPr/>
          <a:lstStyle>
            <a:lvl1pPr>
              <a:defRPr/>
            </a:lvl1pPr>
          </a:lstStyle>
          <a:p>
            <a:pPr>
              <a:defRPr/>
            </a:pPr>
            <a:fld id="{7C02AA07-427A-49C8-9591-818CC2E57EDA}" type="datetimeFigureOut">
              <a:rPr lang="en-US"/>
              <a:pPr>
                <a:defRPr/>
              </a:pPr>
              <a:t>11/28/2025</a:t>
            </a:fld>
            <a:endParaRPr lang="en-US"/>
          </a:p>
        </p:txBody>
      </p:sp>
      <p:sp>
        <p:nvSpPr>
          <p:cNvPr id="5" name="Footer Placeholder 4">
            <a:extLst>
              <a:ext uri="{FF2B5EF4-FFF2-40B4-BE49-F238E27FC236}">
                <a16:creationId xmlns:a16="http://schemas.microsoft.com/office/drawing/2014/main" id="{5277860F-7DEA-3032-E63E-BBA9D9928B4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31C6FAC-E378-0FFF-0B01-4F8A3C61440C}"/>
              </a:ext>
            </a:extLst>
          </p:cNvPr>
          <p:cNvSpPr>
            <a:spLocks noGrp="1"/>
          </p:cNvSpPr>
          <p:nvPr>
            <p:ph type="sldNum" sz="quarter" idx="12"/>
          </p:nvPr>
        </p:nvSpPr>
        <p:spPr/>
        <p:txBody>
          <a:bodyPr/>
          <a:lstStyle>
            <a:lvl1pPr>
              <a:defRPr/>
            </a:lvl1pPr>
          </a:lstStyle>
          <a:p>
            <a:pPr>
              <a:defRPr/>
            </a:pPr>
            <a:fld id="{439D7374-2B54-4AC4-ACD1-27D6B0FB0214}" type="slidenum">
              <a:rPr lang="en-US" altLang="en-US"/>
              <a:pPr>
                <a:defRPr/>
              </a:pPr>
              <a:t>‹#›</a:t>
            </a:fld>
            <a:endParaRPr lang="en-US" altLang="en-US"/>
          </a:p>
        </p:txBody>
      </p:sp>
    </p:spTree>
    <p:extLst>
      <p:ext uri="{BB962C8B-B14F-4D97-AF65-F5344CB8AC3E}">
        <p14:creationId xmlns:p14="http://schemas.microsoft.com/office/powerpoint/2010/main" val="2100687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A9A10BC-B04F-4C18-0F68-4B3A4678D8B7}"/>
              </a:ext>
            </a:extLst>
          </p:cNvPr>
          <p:cNvSpPr>
            <a:spLocks noGrp="1"/>
          </p:cNvSpPr>
          <p:nvPr>
            <p:ph type="dt" sz="half" idx="10"/>
          </p:nvPr>
        </p:nvSpPr>
        <p:spPr/>
        <p:txBody>
          <a:bodyPr/>
          <a:lstStyle>
            <a:lvl1pPr>
              <a:defRPr/>
            </a:lvl1pPr>
          </a:lstStyle>
          <a:p>
            <a:pPr>
              <a:defRPr/>
            </a:pPr>
            <a:fld id="{346E3DF2-E069-4A87-A973-C0A8EC4CCBD5}" type="datetimeFigureOut">
              <a:rPr lang="en-US"/>
              <a:pPr>
                <a:defRPr/>
              </a:pPr>
              <a:t>11/28/2025</a:t>
            </a:fld>
            <a:endParaRPr lang="en-US"/>
          </a:p>
        </p:txBody>
      </p:sp>
      <p:sp>
        <p:nvSpPr>
          <p:cNvPr id="6" name="Footer Placeholder 4">
            <a:extLst>
              <a:ext uri="{FF2B5EF4-FFF2-40B4-BE49-F238E27FC236}">
                <a16:creationId xmlns:a16="http://schemas.microsoft.com/office/drawing/2014/main" id="{277C2F23-C18E-F261-16D4-6C233CF4F68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088315F-D143-F57E-FA5B-84EE7549EDC9}"/>
              </a:ext>
            </a:extLst>
          </p:cNvPr>
          <p:cNvSpPr>
            <a:spLocks noGrp="1"/>
          </p:cNvSpPr>
          <p:nvPr>
            <p:ph type="sldNum" sz="quarter" idx="12"/>
          </p:nvPr>
        </p:nvSpPr>
        <p:spPr/>
        <p:txBody>
          <a:bodyPr/>
          <a:lstStyle>
            <a:lvl1pPr>
              <a:defRPr/>
            </a:lvl1pPr>
          </a:lstStyle>
          <a:p>
            <a:pPr>
              <a:defRPr/>
            </a:pPr>
            <a:fld id="{01E075E2-5110-4597-90BD-1E05B3D41D8F}" type="slidenum">
              <a:rPr lang="en-US" altLang="en-US"/>
              <a:pPr>
                <a:defRPr/>
              </a:pPr>
              <a:t>‹#›</a:t>
            </a:fld>
            <a:endParaRPr lang="en-US" altLang="en-US"/>
          </a:p>
        </p:txBody>
      </p:sp>
    </p:spTree>
    <p:extLst>
      <p:ext uri="{BB962C8B-B14F-4D97-AF65-F5344CB8AC3E}">
        <p14:creationId xmlns:p14="http://schemas.microsoft.com/office/powerpoint/2010/main" val="2599431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A598C81-34AE-CFDD-0256-3C1EB4E5E1D2}"/>
              </a:ext>
            </a:extLst>
          </p:cNvPr>
          <p:cNvSpPr>
            <a:spLocks noGrp="1"/>
          </p:cNvSpPr>
          <p:nvPr>
            <p:ph type="dt" sz="half" idx="10"/>
          </p:nvPr>
        </p:nvSpPr>
        <p:spPr/>
        <p:txBody>
          <a:bodyPr/>
          <a:lstStyle>
            <a:lvl1pPr>
              <a:defRPr/>
            </a:lvl1pPr>
          </a:lstStyle>
          <a:p>
            <a:pPr>
              <a:defRPr/>
            </a:pPr>
            <a:fld id="{D6E15A27-D026-46FA-8B5D-658B8918D7AB}" type="datetimeFigureOut">
              <a:rPr lang="en-US"/>
              <a:pPr>
                <a:defRPr/>
              </a:pPr>
              <a:t>11/28/2025</a:t>
            </a:fld>
            <a:endParaRPr lang="en-US"/>
          </a:p>
        </p:txBody>
      </p:sp>
      <p:sp>
        <p:nvSpPr>
          <p:cNvPr id="8" name="Footer Placeholder 4">
            <a:extLst>
              <a:ext uri="{FF2B5EF4-FFF2-40B4-BE49-F238E27FC236}">
                <a16:creationId xmlns:a16="http://schemas.microsoft.com/office/drawing/2014/main" id="{6A9E6D56-9224-C2E8-66B0-74D3EF917E6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EEC2ACA-BE3D-714C-CF56-4355EDB7A4BA}"/>
              </a:ext>
            </a:extLst>
          </p:cNvPr>
          <p:cNvSpPr>
            <a:spLocks noGrp="1"/>
          </p:cNvSpPr>
          <p:nvPr>
            <p:ph type="sldNum" sz="quarter" idx="12"/>
          </p:nvPr>
        </p:nvSpPr>
        <p:spPr/>
        <p:txBody>
          <a:bodyPr/>
          <a:lstStyle>
            <a:lvl1pPr>
              <a:defRPr/>
            </a:lvl1pPr>
          </a:lstStyle>
          <a:p>
            <a:pPr>
              <a:defRPr/>
            </a:pPr>
            <a:fld id="{C48E28B1-7E28-4DF7-BD4A-589CC237B4D2}" type="slidenum">
              <a:rPr lang="en-US" altLang="en-US"/>
              <a:pPr>
                <a:defRPr/>
              </a:pPr>
              <a:t>‹#›</a:t>
            </a:fld>
            <a:endParaRPr lang="en-US" altLang="en-US"/>
          </a:p>
        </p:txBody>
      </p:sp>
    </p:spTree>
    <p:extLst>
      <p:ext uri="{BB962C8B-B14F-4D97-AF65-F5344CB8AC3E}">
        <p14:creationId xmlns:p14="http://schemas.microsoft.com/office/powerpoint/2010/main" val="1036861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B3A3208-2C59-CA2D-DD97-777CF8E2D732}"/>
              </a:ext>
            </a:extLst>
          </p:cNvPr>
          <p:cNvSpPr>
            <a:spLocks noGrp="1"/>
          </p:cNvSpPr>
          <p:nvPr>
            <p:ph type="dt" sz="half" idx="10"/>
          </p:nvPr>
        </p:nvSpPr>
        <p:spPr/>
        <p:txBody>
          <a:bodyPr/>
          <a:lstStyle>
            <a:lvl1pPr>
              <a:defRPr/>
            </a:lvl1pPr>
          </a:lstStyle>
          <a:p>
            <a:pPr>
              <a:defRPr/>
            </a:pPr>
            <a:fld id="{4A6981A6-BCC4-4C9C-8139-C4C786C740C4}" type="datetimeFigureOut">
              <a:rPr lang="en-US"/>
              <a:pPr>
                <a:defRPr/>
              </a:pPr>
              <a:t>11/28/2025</a:t>
            </a:fld>
            <a:endParaRPr lang="en-US"/>
          </a:p>
        </p:txBody>
      </p:sp>
      <p:sp>
        <p:nvSpPr>
          <p:cNvPr id="4" name="Footer Placeholder 4">
            <a:extLst>
              <a:ext uri="{FF2B5EF4-FFF2-40B4-BE49-F238E27FC236}">
                <a16:creationId xmlns:a16="http://schemas.microsoft.com/office/drawing/2014/main" id="{25C4C201-590E-B5BD-0BCD-223291BEF3B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8ABA1F9-5294-6794-4766-ED103091DC08}"/>
              </a:ext>
            </a:extLst>
          </p:cNvPr>
          <p:cNvSpPr>
            <a:spLocks noGrp="1"/>
          </p:cNvSpPr>
          <p:nvPr>
            <p:ph type="sldNum" sz="quarter" idx="12"/>
          </p:nvPr>
        </p:nvSpPr>
        <p:spPr/>
        <p:txBody>
          <a:bodyPr/>
          <a:lstStyle>
            <a:lvl1pPr>
              <a:defRPr/>
            </a:lvl1pPr>
          </a:lstStyle>
          <a:p>
            <a:pPr>
              <a:defRPr/>
            </a:pPr>
            <a:fld id="{ACFBED16-F406-41A6-9299-FC58C574B8FC}" type="slidenum">
              <a:rPr lang="en-US" altLang="en-US"/>
              <a:pPr>
                <a:defRPr/>
              </a:pPr>
              <a:t>‹#›</a:t>
            </a:fld>
            <a:endParaRPr lang="en-US" altLang="en-US"/>
          </a:p>
        </p:txBody>
      </p:sp>
    </p:spTree>
    <p:extLst>
      <p:ext uri="{BB962C8B-B14F-4D97-AF65-F5344CB8AC3E}">
        <p14:creationId xmlns:p14="http://schemas.microsoft.com/office/powerpoint/2010/main" val="36221709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071EAD2-FAA7-4C5F-651B-FBA88D849EE4}"/>
              </a:ext>
            </a:extLst>
          </p:cNvPr>
          <p:cNvSpPr>
            <a:spLocks noGrp="1"/>
          </p:cNvSpPr>
          <p:nvPr>
            <p:ph type="dt" sz="half" idx="10"/>
          </p:nvPr>
        </p:nvSpPr>
        <p:spPr/>
        <p:txBody>
          <a:bodyPr/>
          <a:lstStyle>
            <a:lvl1pPr>
              <a:defRPr/>
            </a:lvl1pPr>
          </a:lstStyle>
          <a:p>
            <a:pPr>
              <a:defRPr/>
            </a:pPr>
            <a:fld id="{55645253-FD6D-4773-9DF0-42957C977721}" type="datetimeFigureOut">
              <a:rPr lang="en-US"/>
              <a:pPr>
                <a:defRPr/>
              </a:pPr>
              <a:t>11/28/2025</a:t>
            </a:fld>
            <a:endParaRPr lang="en-US"/>
          </a:p>
        </p:txBody>
      </p:sp>
      <p:sp>
        <p:nvSpPr>
          <p:cNvPr id="3" name="Footer Placeholder 4">
            <a:extLst>
              <a:ext uri="{FF2B5EF4-FFF2-40B4-BE49-F238E27FC236}">
                <a16:creationId xmlns:a16="http://schemas.microsoft.com/office/drawing/2014/main" id="{FDE094FD-77E2-471E-A689-A1AB208ED16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F50F2AC-6F4F-3B1F-6FB7-E008B0EA7CA2}"/>
              </a:ext>
            </a:extLst>
          </p:cNvPr>
          <p:cNvSpPr>
            <a:spLocks noGrp="1"/>
          </p:cNvSpPr>
          <p:nvPr>
            <p:ph type="sldNum" sz="quarter" idx="12"/>
          </p:nvPr>
        </p:nvSpPr>
        <p:spPr/>
        <p:txBody>
          <a:bodyPr/>
          <a:lstStyle>
            <a:lvl1pPr>
              <a:defRPr/>
            </a:lvl1pPr>
          </a:lstStyle>
          <a:p>
            <a:pPr>
              <a:defRPr/>
            </a:pPr>
            <a:fld id="{4AD4DB9E-6DBC-4EAE-8381-FF2E5B11C9B5}" type="slidenum">
              <a:rPr lang="en-US" altLang="en-US"/>
              <a:pPr>
                <a:defRPr/>
              </a:pPr>
              <a:t>‹#›</a:t>
            </a:fld>
            <a:endParaRPr lang="en-US" altLang="en-US"/>
          </a:p>
        </p:txBody>
      </p:sp>
    </p:spTree>
    <p:extLst>
      <p:ext uri="{BB962C8B-B14F-4D97-AF65-F5344CB8AC3E}">
        <p14:creationId xmlns:p14="http://schemas.microsoft.com/office/powerpoint/2010/main" val="1435666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9B4B308-D15C-332D-872D-18B6CD85D005}"/>
              </a:ext>
            </a:extLst>
          </p:cNvPr>
          <p:cNvSpPr>
            <a:spLocks noGrp="1"/>
          </p:cNvSpPr>
          <p:nvPr>
            <p:ph type="dt" sz="half" idx="10"/>
          </p:nvPr>
        </p:nvSpPr>
        <p:spPr/>
        <p:txBody>
          <a:bodyPr/>
          <a:lstStyle>
            <a:lvl1pPr>
              <a:defRPr/>
            </a:lvl1pPr>
          </a:lstStyle>
          <a:p>
            <a:pPr>
              <a:defRPr/>
            </a:pPr>
            <a:fld id="{26FCF531-E9F9-47D8-B8A1-F3FB594BADAF}" type="datetimeFigureOut">
              <a:rPr lang="en-US"/>
              <a:pPr>
                <a:defRPr/>
              </a:pPr>
              <a:t>11/28/2025</a:t>
            </a:fld>
            <a:endParaRPr lang="en-US"/>
          </a:p>
        </p:txBody>
      </p:sp>
      <p:sp>
        <p:nvSpPr>
          <p:cNvPr id="6" name="Footer Placeholder 4">
            <a:extLst>
              <a:ext uri="{FF2B5EF4-FFF2-40B4-BE49-F238E27FC236}">
                <a16:creationId xmlns:a16="http://schemas.microsoft.com/office/drawing/2014/main" id="{03311E7A-3FC4-91F2-6DEA-FC2F0DBBD29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BC0D2C6-8627-5F07-AF1C-D7861FCB95B6}"/>
              </a:ext>
            </a:extLst>
          </p:cNvPr>
          <p:cNvSpPr>
            <a:spLocks noGrp="1"/>
          </p:cNvSpPr>
          <p:nvPr>
            <p:ph type="sldNum" sz="quarter" idx="12"/>
          </p:nvPr>
        </p:nvSpPr>
        <p:spPr/>
        <p:txBody>
          <a:bodyPr/>
          <a:lstStyle>
            <a:lvl1pPr>
              <a:defRPr/>
            </a:lvl1pPr>
          </a:lstStyle>
          <a:p>
            <a:pPr>
              <a:defRPr/>
            </a:pPr>
            <a:fld id="{145851DB-8C4E-4CCC-BC3A-666A951D46A3}" type="slidenum">
              <a:rPr lang="en-US" altLang="en-US"/>
              <a:pPr>
                <a:defRPr/>
              </a:pPr>
              <a:t>‹#›</a:t>
            </a:fld>
            <a:endParaRPr lang="en-US" altLang="en-US"/>
          </a:p>
        </p:txBody>
      </p:sp>
    </p:spTree>
    <p:extLst>
      <p:ext uri="{BB962C8B-B14F-4D97-AF65-F5344CB8AC3E}">
        <p14:creationId xmlns:p14="http://schemas.microsoft.com/office/powerpoint/2010/main" val="2024354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8B77941-85CD-CEA7-BC47-165A3AB35769}"/>
              </a:ext>
            </a:extLst>
          </p:cNvPr>
          <p:cNvSpPr>
            <a:spLocks noGrp="1"/>
          </p:cNvSpPr>
          <p:nvPr>
            <p:ph type="dt" sz="half" idx="10"/>
          </p:nvPr>
        </p:nvSpPr>
        <p:spPr/>
        <p:txBody>
          <a:bodyPr/>
          <a:lstStyle>
            <a:lvl1pPr>
              <a:defRPr/>
            </a:lvl1pPr>
          </a:lstStyle>
          <a:p>
            <a:pPr>
              <a:defRPr/>
            </a:pPr>
            <a:fld id="{BF425A18-EB1D-42DA-B81B-3AA693BBDAEC}" type="datetimeFigureOut">
              <a:rPr lang="en-US"/>
              <a:pPr>
                <a:defRPr/>
              </a:pPr>
              <a:t>11/28/2025</a:t>
            </a:fld>
            <a:endParaRPr lang="en-US"/>
          </a:p>
        </p:txBody>
      </p:sp>
      <p:sp>
        <p:nvSpPr>
          <p:cNvPr id="6" name="Footer Placeholder 4">
            <a:extLst>
              <a:ext uri="{FF2B5EF4-FFF2-40B4-BE49-F238E27FC236}">
                <a16:creationId xmlns:a16="http://schemas.microsoft.com/office/drawing/2014/main" id="{ED9C09AB-930D-8AB0-18A1-445699FC5A8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2BCB46F-67F0-5662-A0C8-12636638933E}"/>
              </a:ext>
            </a:extLst>
          </p:cNvPr>
          <p:cNvSpPr>
            <a:spLocks noGrp="1"/>
          </p:cNvSpPr>
          <p:nvPr>
            <p:ph type="sldNum" sz="quarter" idx="12"/>
          </p:nvPr>
        </p:nvSpPr>
        <p:spPr/>
        <p:txBody>
          <a:bodyPr/>
          <a:lstStyle>
            <a:lvl1pPr>
              <a:defRPr/>
            </a:lvl1pPr>
          </a:lstStyle>
          <a:p>
            <a:pPr>
              <a:defRPr/>
            </a:pPr>
            <a:fld id="{28BC7A0F-54D7-4E7F-8C10-A2004E8F068F}" type="slidenum">
              <a:rPr lang="en-US" altLang="en-US"/>
              <a:pPr>
                <a:defRPr/>
              </a:pPr>
              <a:t>‹#›</a:t>
            </a:fld>
            <a:endParaRPr lang="en-US" altLang="en-US"/>
          </a:p>
        </p:txBody>
      </p:sp>
    </p:spTree>
    <p:extLst>
      <p:ext uri="{BB962C8B-B14F-4D97-AF65-F5344CB8AC3E}">
        <p14:creationId xmlns:p14="http://schemas.microsoft.com/office/powerpoint/2010/main" val="3693936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0058D-28BC-BC0C-C207-4D12C16ACDCA}"/>
              </a:ext>
            </a:extLst>
          </p:cNvPr>
          <p:cNvSpPr>
            <a:spLocks noGrp="1"/>
          </p:cNvSpPr>
          <p:nvPr>
            <p:ph type="dt" sz="half" idx="10"/>
          </p:nvPr>
        </p:nvSpPr>
        <p:spPr/>
        <p:txBody>
          <a:bodyPr/>
          <a:lstStyle>
            <a:lvl1pPr>
              <a:defRPr/>
            </a:lvl1pPr>
          </a:lstStyle>
          <a:p>
            <a:pPr>
              <a:defRPr/>
            </a:pPr>
            <a:fld id="{D61D5849-0A05-4919-BC39-D3E7544A1BF2}" type="datetimeFigureOut">
              <a:rPr lang="en-US"/>
              <a:pPr>
                <a:defRPr/>
              </a:pPr>
              <a:t>11/28/2025</a:t>
            </a:fld>
            <a:endParaRPr lang="en-US"/>
          </a:p>
        </p:txBody>
      </p:sp>
      <p:sp>
        <p:nvSpPr>
          <p:cNvPr id="5" name="Footer Placeholder 4">
            <a:extLst>
              <a:ext uri="{FF2B5EF4-FFF2-40B4-BE49-F238E27FC236}">
                <a16:creationId xmlns:a16="http://schemas.microsoft.com/office/drawing/2014/main" id="{7A3C4A3F-277D-EBFE-591A-2786B6105D0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6E9D799-AA02-6A41-5675-3FBF6D68BD01}"/>
              </a:ext>
            </a:extLst>
          </p:cNvPr>
          <p:cNvSpPr>
            <a:spLocks noGrp="1"/>
          </p:cNvSpPr>
          <p:nvPr>
            <p:ph type="sldNum" sz="quarter" idx="12"/>
          </p:nvPr>
        </p:nvSpPr>
        <p:spPr/>
        <p:txBody>
          <a:bodyPr/>
          <a:lstStyle>
            <a:lvl1pPr>
              <a:defRPr/>
            </a:lvl1pPr>
          </a:lstStyle>
          <a:p>
            <a:pPr>
              <a:defRPr/>
            </a:pPr>
            <a:fld id="{176D05BB-99CB-450B-A07C-F3C3D5EE670A}" type="slidenum">
              <a:rPr lang="en-US" altLang="en-US"/>
              <a:pPr>
                <a:defRPr/>
              </a:pPr>
              <a:t>‹#›</a:t>
            </a:fld>
            <a:endParaRPr lang="en-US" altLang="en-US"/>
          </a:p>
        </p:txBody>
      </p:sp>
    </p:spTree>
    <p:extLst>
      <p:ext uri="{BB962C8B-B14F-4D97-AF65-F5344CB8AC3E}">
        <p14:creationId xmlns:p14="http://schemas.microsoft.com/office/powerpoint/2010/main" val="2262627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3"/>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3"/>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EC3538-AA13-C65C-6E07-7A5D82CDC7F6}"/>
              </a:ext>
            </a:extLst>
          </p:cNvPr>
          <p:cNvSpPr>
            <a:spLocks noGrp="1"/>
          </p:cNvSpPr>
          <p:nvPr>
            <p:ph type="dt" sz="half" idx="10"/>
          </p:nvPr>
        </p:nvSpPr>
        <p:spPr/>
        <p:txBody>
          <a:bodyPr/>
          <a:lstStyle>
            <a:lvl1pPr>
              <a:defRPr/>
            </a:lvl1pPr>
          </a:lstStyle>
          <a:p>
            <a:pPr>
              <a:defRPr/>
            </a:pPr>
            <a:fld id="{F015001A-19DD-49AA-B0C9-FF1DA90DED66}" type="datetimeFigureOut">
              <a:rPr lang="en-US"/>
              <a:pPr>
                <a:defRPr/>
              </a:pPr>
              <a:t>11/28/2025</a:t>
            </a:fld>
            <a:endParaRPr lang="en-US"/>
          </a:p>
        </p:txBody>
      </p:sp>
      <p:sp>
        <p:nvSpPr>
          <p:cNvPr id="5" name="Footer Placeholder 4">
            <a:extLst>
              <a:ext uri="{FF2B5EF4-FFF2-40B4-BE49-F238E27FC236}">
                <a16:creationId xmlns:a16="http://schemas.microsoft.com/office/drawing/2014/main" id="{8B4FD988-B649-7938-6B30-DCB333B808C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0EE9D2D-C814-384B-1BD6-FBAD8924A063}"/>
              </a:ext>
            </a:extLst>
          </p:cNvPr>
          <p:cNvSpPr>
            <a:spLocks noGrp="1"/>
          </p:cNvSpPr>
          <p:nvPr>
            <p:ph type="sldNum" sz="quarter" idx="12"/>
          </p:nvPr>
        </p:nvSpPr>
        <p:spPr/>
        <p:txBody>
          <a:bodyPr/>
          <a:lstStyle>
            <a:lvl1pPr>
              <a:defRPr/>
            </a:lvl1pPr>
          </a:lstStyle>
          <a:p>
            <a:pPr>
              <a:defRPr/>
            </a:pPr>
            <a:fld id="{1F2D0BBE-4B83-44EE-A7A6-DF096958375A}" type="slidenum">
              <a:rPr lang="en-US" altLang="en-US"/>
              <a:pPr>
                <a:defRPr/>
              </a:pPr>
              <a:t>‹#›</a:t>
            </a:fld>
            <a:endParaRPr lang="en-US" altLang="en-US"/>
          </a:p>
        </p:txBody>
      </p:sp>
    </p:spTree>
    <p:extLst>
      <p:ext uri="{BB962C8B-B14F-4D97-AF65-F5344CB8AC3E}">
        <p14:creationId xmlns:p14="http://schemas.microsoft.com/office/powerpoint/2010/main" val="233168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E533DA3-4CC4-647F-22AB-841648531710}"/>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614C202-E820-0737-8F84-0DF86369AEFB}"/>
              </a:ext>
            </a:extLst>
          </p:cNvPr>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EC3FC51-87CC-5FC1-CCF7-21C198597562}"/>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05A4CC74-EA62-4B93-BD71-EA72CC477B3B}" type="datetimeFigureOut">
              <a:rPr lang="en-IN"/>
              <a:pPr>
                <a:defRPr/>
              </a:pPr>
              <a:t>28-11-2025</a:t>
            </a:fld>
            <a:endParaRPr lang="en-IN"/>
          </a:p>
        </p:txBody>
      </p:sp>
      <p:sp>
        <p:nvSpPr>
          <p:cNvPr id="5" name="Footer Placeholder 4">
            <a:extLst>
              <a:ext uri="{FF2B5EF4-FFF2-40B4-BE49-F238E27FC236}">
                <a16:creationId xmlns:a16="http://schemas.microsoft.com/office/drawing/2014/main" id="{036F1FC2-63E8-F27B-5278-A64DBF492E21}"/>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46C30175-8058-230E-D864-1965A8BA1D0F}"/>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DBF33500-B9DA-4573-B1AF-B4A45ABC4CF2}"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264A7432-3A82-E0E3-15CF-9E1C779C8445}"/>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F2098AE8-E9C6-039F-BE2F-CE9777E557C0}"/>
              </a:ext>
            </a:extLst>
          </p:cNvPr>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22FD8BC-3C8D-93BF-7C79-244AD9665DBC}"/>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DA1978B-9DEE-41F3-A2E4-D29346B58E7F}" type="datetimeFigureOut">
              <a:rPr lang="en-US"/>
              <a:pPr>
                <a:defRPr/>
              </a:pPr>
              <a:t>11/28/2025</a:t>
            </a:fld>
            <a:endParaRPr lang="en-US"/>
          </a:p>
        </p:txBody>
      </p:sp>
      <p:sp>
        <p:nvSpPr>
          <p:cNvPr id="5" name="Footer Placeholder 4">
            <a:extLst>
              <a:ext uri="{FF2B5EF4-FFF2-40B4-BE49-F238E27FC236}">
                <a16:creationId xmlns:a16="http://schemas.microsoft.com/office/drawing/2014/main" id="{5FD4B6F4-0952-DB3B-D79B-EF8944F18413}"/>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D780197E-75B7-E867-AC63-6CC991A243B0}"/>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28E3DCAF-4E0A-4965-B8CB-7F2BE6C19C6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155296A-0A84-A027-6E26-200E1C04F6C7}"/>
              </a:ext>
            </a:extLst>
          </p:cNvPr>
          <p:cNvSpPr txBox="1">
            <a:spLocks noChangeArrowheads="1"/>
          </p:cNvSpPr>
          <p:nvPr/>
        </p:nvSpPr>
        <p:spPr bwMode="auto">
          <a:xfrm>
            <a:off x="2245101" y="2973471"/>
            <a:ext cx="763259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en-US" sz="2400" b="1" dirty="0">
                <a:solidFill>
                  <a:srgbClr val="002060"/>
                </a:solidFill>
                <a:latin typeface="Times New Roman" panose="02020603050405020304" pitchFamily="18" charset="0"/>
                <a:cs typeface="Times New Roman" panose="02020603050405020304" pitchFamily="18" charset="0"/>
              </a:rPr>
              <a:t>Title of the Paper: Smart Agriculture System Using Machine Learning </a:t>
            </a:r>
            <a:endParaRPr lang="en-US" altLang="en-US" sz="2400" dirty="0">
              <a:solidFill>
                <a:srgbClr val="002060"/>
              </a:solidFill>
              <a:latin typeface="Times New Roman" panose="02020603050405020304" pitchFamily="18" charset="0"/>
              <a:cs typeface="Times New Roman" panose="02020603050405020304" pitchFamily="18" charset="0"/>
            </a:endParaRPr>
          </a:p>
        </p:txBody>
      </p:sp>
      <p:pic>
        <p:nvPicPr>
          <p:cNvPr id="5" name="Picture 17" descr="wet.png">
            <a:extLst>
              <a:ext uri="{FF2B5EF4-FFF2-40B4-BE49-F238E27FC236}">
                <a16:creationId xmlns:a16="http://schemas.microsoft.com/office/drawing/2014/main" id="{2B0BA6BF-82E9-E075-D3E4-E63B8B16F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749" y="69862"/>
            <a:ext cx="953340" cy="9533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45AA226-4966-4F53-2BDC-53878C2F5D06}"/>
              </a:ext>
            </a:extLst>
          </p:cNvPr>
          <p:cNvSpPr/>
          <p:nvPr/>
        </p:nvSpPr>
        <p:spPr>
          <a:xfrm>
            <a:off x="4383484" y="2769398"/>
            <a:ext cx="3058716" cy="369332"/>
          </a:xfrm>
          <a:prstGeom prst="rect">
            <a:avLst/>
          </a:prstGeom>
        </p:spPr>
        <p:txBody>
          <a:bodyPr wrap="square">
            <a:spAutoFit/>
          </a:bodyPr>
          <a:lstStyle/>
          <a:p>
            <a:r>
              <a:rPr lang="en-IN" b="1" i="1" dirty="0">
                <a:solidFill>
                  <a:srgbClr val="0070C0"/>
                </a:solidFill>
                <a:latin typeface="Times New Roman" panose="02020603050405020304" pitchFamily="18" charset="0"/>
                <a:ea typeface="Times New Roman" panose="02020603050405020304" pitchFamily="18" charset="0"/>
              </a:rPr>
              <a:t>28</a:t>
            </a:r>
            <a:r>
              <a:rPr lang="en-IN" b="1" i="1" baseline="30000" dirty="0">
                <a:solidFill>
                  <a:srgbClr val="0070C0"/>
                </a:solidFill>
                <a:latin typeface="Times New Roman" panose="02020603050405020304" pitchFamily="18" charset="0"/>
                <a:ea typeface="Times New Roman" panose="02020603050405020304" pitchFamily="18" charset="0"/>
              </a:rPr>
              <a:t>th</a:t>
            </a:r>
            <a:r>
              <a:rPr lang="en-IN" b="1" i="1" dirty="0">
                <a:solidFill>
                  <a:srgbClr val="0070C0"/>
                </a:solidFill>
                <a:latin typeface="Times New Roman" panose="02020603050405020304" pitchFamily="18" charset="0"/>
                <a:ea typeface="Times New Roman" panose="02020603050405020304" pitchFamily="18" charset="0"/>
              </a:rPr>
              <a:t> and 29</a:t>
            </a:r>
            <a:r>
              <a:rPr lang="en-IN" b="1" i="1" baseline="30000" dirty="0">
                <a:solidFill>
                  <a:srgbClr val="0070C0"/>
                </a:solidFill>
                <a:latin typeface="Times New Roman" panose="02020603050405020304" pitchFamily="18" charset="0"/>
                <a:ea typeface="Times New Roman" panose="02020603050405020304" pitchFamily="18" charset="0"/>
              </a:rPr>
              <a:t>th</a:t>
            </a:r>
            <a:r>
              <a:rPr lang="en-IN" b="1" i="1" dirty="0">
                <a:solidFill>
                  <a:srgbClr val="0070C0"/>
                </a:solidFill>
                <a:latin typeface="Times New Roman" panose="02020603050405020304" pitchFamily="18" charset="0"/>
                <a:ea typeface="Times New Roman" panose="02020603050405020304" pitchFamily="18" charset="0"/>
              </a:rPr>
              <a:t> November, 2025</a:t>
            </a:r>
            <a:endParaRPr lang="en-IN" dirty="0">
              <a:solidFill>
                <a:srgbClr val="0070C0"/>
              </a:solidFill>
            </a:endParaRPr>
          </a:p>
        </p:txBody>
      </p:sp>
      <p:sp>
        <p:nvSpPr>
          <p:cNvPr id="7" name="Rectangle 6">
            <a:extLst>
              <a:ext uri="{FF2B5EF4-FFF2-40B4-BE49-F238E27FC236}">
                <a16:creationId xmlns:a16="http://schemas.microsoft.com/office/drawing/2014/main" id="{DB813362-502A-7D20-7EF1-4801C2BCB63C}"/>
              </a:ext>
            </a:extLst>
          </p:cNvPr>
          <p:cNvSpPr/>
          <p:nvPr/>
        </p:nvSpPr>
        <p:spPr>
          <a:xfrm>
            <a:off x="7794890" y="4518449"/>
            <a:ext cx="2867359" cy="1600438"/>
          </a:xfrm>
          <a:prstGeom prst="rect">
            <a:avLst/>
          </a:prstGeom>
        </p:spPr>
        <p:txBody>
          <a:bodyPr wrap="square">
            <a:spAutoFit/>
          </a:bodyPr>
          <a:lstStyle/>
          <a:p>
            <a:r>
              <a:rPr lang="en-US" altLang="en-US" sz="1400" b="1" dirty="0">
                <a:solidFill>
                  <a:srgbClr val="C00000"/>
                </a:solidFill>
                <a:latin typeface="Arial" panose="020B0604020202020204" pitchFamily="34" charset="0"/>
              </a:rPr>
              <a:t>Authors</a:t>
            </a:r>
            <a:endParaRPr lang="en-US" altLang="en-US" sz="1400" dirty="0">
              <a:solidFill>
                <a:schemeClr val="tx1">
                  <a:lumMod val="95000"/>
                  <a:lumOff val="5000"/>
                </a:schemeClr>
              </a:solidFill>
              <a:latin typeface="Arial" panose="020B0604020202020204" pitchFamily="34" charset="0"/>
            </a:endParaRPr>
          </a:p>
          <a:p>
            <a:pPr fontAlgn="auto">
              <a:spcAft>
                <a:spcPts val="0"/>
              </a:spcAft>
              <a:defRPr/>
            </a:pPr>
            <a:r>
              <a:rPr lang="en-US" sz="1400" kern="0" dirty="0">
                <a:latin typeface="Times New Roman" panose="02020603050405020304" pitchFamily="18" charset="0"/>
                <a:cs typeface="Times New Roman" panose="02020603050405020304" pitchFamily="18" charset="0"/>
              </a:rPr>
              <a:t>1. </a:t>
            </a:r>
            <a:r>
              <a:rPr lang="en-US" sz="1400" kern="0" dirty="0" err="1">
                <a:latin typeface="Times New Roman" panose="02020603050405020304" pitchFamily="18" charset="0"/>
                <a:cs typeface="Times New Roman" panose="02020603050405020304" pitchFamily="18" charset="0"/>
              </a:rPr>
              <a:t>Sanganabasava</a:t>
            </a:r>
            <a:r>
              <a:rPr lang="en-US" sz="1400" kern="0" dirty="0">
                <a:latin typeface="Times New Roman" panose="02020603050405020304" pitchFamily="18" charset="0"/>
                <a:cs typeface="Times New Roman" panose="02020603050405020304" pitchFamily="18" charset="0"/>
              </a:rPr>
              <a:t>  (1DB22CI093)</a:t>
            </a:r>
          </a:p>
          <a:p>
            <a:pPr fontAlgn="auto">
              <a:spcAft>
                <a:spcPts val="0"/>
              </a:spcAft>
              <a:defRPr/>
            </a:pPr>
            <a:r>
              <a:rPr lang="en-US" sz="1400" kern="0" dirty="0">
                <a:latin typeface="Times New Roman" panose="02020603050405020304" pitchFamily="18" charset="0"/>
                <a:cs typeface="Times New Roman" panose="02020603050405020304" pitchFamily="18" charset="0"/>
              </a:rPr>
              <a:t> 2. Ramesh  (1DB22CI088)</a:t>
            </a:r>
          </a:p>
          <a:p>
            <a:pPr fontAlgn="auto">
              <a:spcAft>
                <a:spcPts val="0"/>
              </a:spcAft>
              <a:defRPr/>
            </a:pPr>
            <a:r>
              <a:rPr lang="en-US" sz="1400" kern="0" dirty="0">
                <a:latin typeface="Times New Roman" panose="02020603050405020304" pitchFamily="18" charset="0"/>
                <a:cs typeface="Times New Roman" panose="02020603050405020304" pitchFamily="18" charset="0"/>
              </a:rPr>
              <a:t> 3. Prajwal K J (1DB22CI080)</a:t>
            </a:r>
          </a:p>
          <a:p>
            <a:pPr fontAlgn="auto">
              <a:spcAft>
                <a:spcPts val="0"/>
              </a:spcAft>
              <a:defRPr/>
            </a:pPr>
            <a:r>
              <a:rPr lang="en-US" sz="1400" kern="0" dirty="0">
                <a:latin typeface="Times New Roman" panose="02020603050405020304" pitchFamily="18" charset="0"/>
                <a:cs typeface="Times New Roman" panose="02020603050405020304" pitchFamily="18" charset="0"/>
              </a:rPr>
              <a:t> 4. Vinay G K (1DB22CI120)</a:t>
            </a:r>
          </a:p>
          <a:p>
            <a:endParaRPr lang="en-US" altLang="en-US" sz="1400" b="1" dirty="0">
              <a:solidFill>
                <a:srgbClr val="C00000"/>
              </a:solidFill>
              <a:latin typeface="Arial" panose="020B0604020202020204" pitchFamily="34" charset="0"/>
            </a:endParaRPr>
          </a:p>
          <a:p>
            <a:endParaRPr lang="en-IN" sz="1400" dirty="0">
              <a:solidFill>
                <a:srgbClr val="C00000"/>
              </a:solidFill>
            </a:endParaRPr>
          </a:p>
        </p:txBody>
      </p:sp>
      <p:pic>
        <p:nvPicPr>
          <p:cNvPr id="8" name="Picture 7" descr="E:\VANI 31-01-2022\R &amp; D NEW FACULTY PHOTOS &amp; DETAILS\logo\IIC-logo.png">
            <a:extLst>
              <a:ext uri="{FF2B5EF4-FFF2-40B4-BE49-F238E27FC236}">
                <a16:creationId xmlns:a16="http://schemas.microsoft.com/office/drawing/2014/main" id="{61552FA0-FDFE-5D4B-8EA3-2EA4C04DA3D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472" y="1534847"/>
            <a:ext cx="942805" cy="361001"/>
          </a:xfrm>
          <a:prstGeom prst="rect">
            <a:avLst/>
          </a:prstGeom>
          <a:noFill/>
          <a:ln>
            <a:noFill/>
          </a:ln>
        </p:spPr>
      </p:pic>
      <p:graphicFrame>
        <p:nvGraphicFramePr>
          <p:cNvPr id="9" name="Object 8">
            <a:extLst>
              <a:ext uri="{FF2B5EF4-FFF2-40B4-BE49-F238E27FC236}">
                <a16:creationId xmlns:a16="http://schemas.microsoft.com/office/drawing/2014/main" id="{1908011C-A31D-2E1D-EAC6-C209F1C389D4}"/>
              </a:ext>
            </a:extLst>
          </p:cNvPr>
          <p:cNvGraphicFramePr>
            <a:graphicFrameLocks noChangeAspect="1"/>
          </p:cNvGraphicFramePr>
          <p:nvPr>
            <p:extLst>
              <p:ext uri="{D42A27DB-BD31-4B8C-83A1-F6EECF244321}">
                <p14:modId xmlns:p14="http://schemas.microsoft.com/office/powerpoint/2010/main" val="3627043805"/>
              </p:ext>
            </p:extLst>
          </p:nvPr>
        </p:nvGraphicFramePr>
        <p:xfrm>
          <a:off x="2698209" y="1508247"/>
          <a:ext cx="811049" cy="387601"/>
        </p:xfrm>
        <a:graphic>
          <a:graphicData uri="http://schemas.openxmlformats.org/presentationml/2006/ole">
            <mc:AlternateContent xmlns:mc="http://schemas.openxmlformats.org/markup-compatibility/2006">
              <mc:Choice xmlns:v="urn:schemas-microsoft-com:vml" Requires="v">
                <p:oleObj name="Bitmap Image" r:id="rId4" imgW="2180952" imgH="1085714" progId="Paint.Picture">
                  <p:embed/>
                </p:oleObj>
              </mc:Choice>
              <mc:Fallback>
                <p:oleObj name="Bitmap Image" r:id="rId4" imgW="2180952" imgH="1085714" progId="Paint.Picture">
                  <p:embed/>
                  <p:pic>
                    <p:nvPicPr>
                      <p:cNvPr id="23"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8209" y="1508247"/>
                        <a:ext cx="811049" cy="387601"/>
                      </a:xfrm>
                      <a:prstGeom prst="rect">
                        <a:avLst/>
                      </a:prstGeom>
                      <a:noFill/>
                    </p:spPr>
                  </p:pic>
                </p:oleObj>
              </mc:Fallback>
            </mc:AlternateContent>
          </a:graphicData>
        </a:graphic>
      </p:graphicFrame>
      <p:pic>
        <p:nvPicPr>
          <p:cNvPr id="10" name="Picture 9">
            <a:extLst>
              <a:ext uri="{FF2B5EF4-FFF2-40B4-BE49-F238E27FC236}">
                <a16:creationId xmlns:a16="http://schemas.microsoft.com/office/drawing/2014/main" id="{05601394-5FD5-F584-DB6C-F441B2E7A9E8}"/>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06519" y="1446947"/>
            <a:ext cx="537081" cy="457000"/>
          </a:xfrm>
          <a:prstGeom prst="rect">
            <a:avLst/>
          </a:prstGeom>
          <a:noFill/>
          <a:ln>
            <a:noFill/>
          </a:ln>
        </p:spPr>
      </p:pic>
      <p:sp>
        <p:nvSpPr>
          <p:cNvPr id="11" name="Rectangle 10">
            <a:extLst>
              <a:ext uri="{FF2B5EF4-FFF2-40B4-BE49-F238E27FC236}">
                <a16:creationId xmlns:a16="http://schemas.microsoft.com/office/drawing/2014/main" id="{6EB94B32-0FB5-D088-74F9-4CCD3F88668A}"/>
              </a:ext>
            </a:extLst>
          </p:cNvPr>
          <p:cNvSpPr/>
          <p:nvPr/>
        </p:nvSpPr>
        <p:spPr>
          <a:xfrm>
            <a:off x="4984157" y="1197531"/>
            <a:ext cx="1544012" cy="276999"/>
          </a:xfrm>
          <a:prstGeom prst="rect">
            <a:avLst/>
          </a:prstGeom>
        </p:spPr>
        <p:txBody>
          <a:bodyPr wrap="none">
            <a:spAutoFit/>
          </a:bodyPr>
          <a:lstStyle/>
          <a:p>
            <a:r>
              <a:rPr lang="en-IN" sz="1200" i="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SPONSORED BY</a:t>
            </a:r>
            <a:endParaRPr lang="en-IN" sz="1200" dirty="0">
              <a:solidFill>
                <a:srgbClr val="C00000"/>
              </a:solidFill>
            </a:endParaRPr>
          </a:p>
        </p:txBody>
      </p:sp>
      <p:sp>
        <p:nvSpPr>
          <p:cNvPr id="12" name="Rectangle 18">
            <a:extLst>
              <a:ext uri="{FF2B5EF4-FFF2-40B4-BE49-F238E27FC236}">
                <a16:creationId xmlns:a16="http://schemas.microsoft.com/office/drawing/2014/main" id="{CCBBE692-A89E-786C-379D-08A3DA6FCEDA}"/>
              </a:ext>
            </a:extLst>
          </p:cNvPr>
          <p:cNvSpPr>
            <a:spLocks noChangeArrowheads="1"/>
          </p:cNvSpPr>
          <p:nvPr/>
        </p:nvSpPr>
        <p:spPr bwMode="auto">
          <a:xfrm>
            <a:off x="2540441" y="94998"/>
            <a:ext cx="680631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C00000"/>
                </a:solidFill>
                <a:effectLst/>
                <a:latin typeface="Copperplate Gothic Bold" panose="020E0705020206020404" pitchFamily="34" charset="0"/>
                <a:ea typeface="Times New Roman" panose="02020603050405020304" pitchFamily="18" charset="0"/>
              </a:rPr>
              <a:t>Wayanamac</a:t>
            </a:r>
            <a:r>
              <a:rPr kumimoji="0" lang="en-US" altLang="en-US" sz="1000" b="0" i="0" u="none" strike="noStrike" cap="none" normalizeH="0" baseline="0" dirty="0">
                <a:ln>
                  <a:noFill/>
                </a:ln>
                <a:solidFill>
                  <a:srgbClr val="C00000"/>
                </a:solidFill>
                <a:effectLst/>
                <a:latin typeface="Copperplate Gothic Bold" panose="020E0705020206020404" pitchFamily="34" charset="0"/>
                <a:ea typeface="Times New Roman" panose="02020603050405020304" pitchFamily="18" charset="0"/>
              </a:rPr>
              <a:t> Education Trust </a:t>
            </a:r>
            <a:r>
              <a:rPr kumimoji="0" lang="en-US" altLang="en-US" sz="1000" b="0" i="0" u="none" strike="noStrike" cap="none" normalizeH="0" baseline="30000" dirty="0">
                <a:ln>
                  <a:noFill/>
                </a:ln>
                <a:solidFill>
                  <a:srgbClr val="C00000"/>
                </a:solidFill>
                <a:effectLst/>
                <a:latin typeface="Copperplate Gothic Bold" panose="020E0705020206020404" pitchFamily="34" charset="0"/>
                <a:ea typeface="Times New Roman" panose="02020603050405020304" pitchFamily="18" charset="0"/>
              </a:rPr>
              <a:t>(R)</a:t>
            </a:r>
            <a:endParaRPr kumimoji="0" lang="en-US" altLang="en-US" sz="800" b="0" i="0" u="none" strike="noStrike" cap="none" normalizeH="0" baseline="0" dirty="0">
              <a:ln>
                <a:noFill/>
              </a:ln>
              <a:solidFill>
                <a:srgbClr val="C00000"/>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70BF"/>
                </a:solidFill>
                <a:effectLst/>
                <a:latin typeface="Arial" panose="020B0604020202020204" pitchFamily="34" charset="0"/>
                <a:ea typeface="Times New Roman" panose="02020603050405020304" pitchFamily="18" charset="0"/>
              </a:rPr>
              <a:t>DON BOSCO INSTITUTE OF TECHNOLOGY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70C0"/>
                </a:solidFill>
                <a:effectLst/>
                <a:latin typeface="Arial" panose="020B0604020202020204" pitchFamily="34" charset="0"/>
                <a:ea typeface="Times New Roman" panose="02020603050405020304" pitchFamily="18" charset="0"/>
              </a:rPr>
              <a:t>An Autonomous Institute under VTU, Approved by AICTE, New Delhi,</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70C0"/>
                </a:solidFill>
                <a:effectLst/>
                <a:latin typeface="Arial" panose="020B0604020202020204" pitchFamily="34" charset="0"/>
                <a:ea typeface="Times New Roman" panose="02020603050405020304" pitchFamily="18" charset="0"/>
              </a:rPr>
              <a:t>Recognized by Govt. of Karnataka, Accredited by NAAC &amp; NBA</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Mysore Road, </a:t>
            </a:r>
            <a:r>
              <a:rPr kumimoji="0" lang="en-US" altLang="en-US" sz="10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Kumbalagodu</a:t>
            </a:r>
            <a:r>
              <a:rPr kumimoji="0" lang="en-US" altLang="en-US" sz="1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Bengaluru-560 074.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F2F675A6-146D-4F38-A326-A9A87E40FD7C}"/>
              </a:ext>
            </a:extLst>
          </p:cNvPr>
          <p:cNvPicPr/>
          <p:nvPr/>
        </p:nvPicPr>
        <p:blipFill>
          <a:blip r:embed="rId7">
            <a:extLst>
              <a:ext uri="{28A0092B-C50C-407E-A947-70E740481C1C}">
                <a14:useLocalDpi xmlns:a14="http://schemas.microsoft.com/office/drawing/2010/main" val="0"/>
              </a:ext>
            </a:extLst>
          </a:blip>
          <a:stretch>
            <a:fillRect/>
          </a:stretch>
        </p:blipFill>
        <p:spPr>
          <a:xfrm>
            <a:off x="8071596" y="1460870"/>
            <a:ext cx="703127" cy="483097"/>
          </a:xfrm>
          <a:prstGeom prst="rect">
            <a:avLst/>
          </a:prstGeom>
        </p:spPr>
      </p:pic>
      <p:pic>
        <p:nvPicPr>
          <p:cNvPr id="14" name="Picture 13">
            <a:extLst>
              <a:ext uri="{FF2B5EF4-FFF2-40B4-BE49-F238E27FC236}">
                <a16:creationId xmlns:a16="http://schemas.microsoft.com/office/drawing/2014/main" id="{96514DA4-A204-DBF1-801B-66D728842F98}"/>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10543016" y="1355862"/>
            <a:ext cx="579254" cy="539986"/>
          </a:xfrm>
          <a:prstGeom prst="rect">
            <a:avLst/>
          </a:prstGeom>
          <a:noFill/>
          <a:ln>
            <a:noFill/>
          </a:ln>
        </p:spPr>
      </p:pic>
      <p:sp>
        <p:nvSpPr>
          <p:cNvPr id="15" name="Rectangle 14">
            <a:extLst>
              <a:ext uri="{FF2B5EF4-FFF2-40B4-BE49-F238E27FC236}">
                <a16:creationId xmlns:a16="http://schemas.microsoft.com/office/drawing/2014/main" id="{4A840361-097C-D22A-CE5B-6AEE0FE7C6A3}"/>
              </a:ext>
            </a:extLst>
          </p:cNvPr>
          <p:cNvSpPr/>
          <p:nvPr/>
        </p:nvSpPr>
        <p:spPr>
          <a:xfrm>
            <a:off x="1850913" y="1907624"/>
            <a:ext cx="7810500" cy="312650"/>
          </a:xfrm>
          <a:prstGeom prst="rect">
            <a:avLst/>
          </a:prstGeom>
        </p:spPr>
        <p:txBody>
          <a:bodyPr wrap="square">
            <a:spAutoFit/>
          </a:bodyPr>
          <a:lstStyle/>
          <a:p>
            <a:pPr algn="ctr">
              <a:lnSpc>
                <a:spcPct val="107000"/>
              </a:lnSpc>
              <a:spcAft>
                <a:spcPts val="0"/>
              </a:spcAft>
            </a:pPr>
            <a:r>
              <a:rPr lang="en-IN" sz="1400"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All India Council for Technical Education (AICTE), New Delhi</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37386A3D-07BA-75C3-C62A-3B18A15E348D}"/>
              </a:ext>
            </a:extLst>
          </p:cNvPr>
          <p:cNvSpPr/>
          <p:nvPr/>
        </p:nvSpPr>
        <p:spPr>
          <a:xfrm>
            <a:off x="1472419" y="1837670"/>
            <a:ext cx="8405280" cy="1015663"/>
          </a:xfrm>
          <a:prstGeom prst="rect">
            <a:avLst/>
          </a:prstGeom>
        </p:spPr>
        <p:txBody>
          <a:bodyPr wrap="square">
            <a:spAutoFit/>
          </a:bodyPr>
          <a:lstStyle/>
          <a:p>
            <a:pPr algn="ctr">
              <a:spcAft>
                <a:spcPts val="0"/>
              </a:spcAft>
            </a:pPr>
            <a:r>
              <a:rPr lang="en-IN" b="1" i="1" dirty="0">
                <a:solidFill>
                  <a:srgbClr val="7030A0"/>
                </a:solidFill>
                <a:latin typeface="Cambria" panose="02040503050406030204" pitchFamily="18" charset="0"/>
                <a:ea typeface="Calibri" panose="020F0502020204030204" pitchFamily="34" charset="0"/>
                <a:cs typeface="Times New Roman" panose="02020603050405020304" pitchFamily="18" charset="0"/>
              </a:rPr>
              <a:t>International Conference on</a:t>
            </a:r>
            <a:r>
              <a:rPr lang="en-IN" sz="4000" b="1" dirty="0">
                <a:ln>
                  <a:noFill/>
                </a:ln>
                <a:solidFill>
                  <a:srgbClr val="7030A0"/>
                </a:solidFill>
                <a:effectLst/>
                <a:latin typeface="Cambria" panose="02040503050406030204" pitchFamily="18"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0"/>
              </a:spcAft>
            </a:pPr>
            <a:r>
              <a:rPr lang="en-IN" b="1" i="1" dirty="0">
                <a:solidFill>
                  <a:srgbClr val="7030A0"/>
                </a:solidFill>
                <a:latin typeface="Cambria" panose="02040503050406030204" pitchFamily="18" charset="0"/>
                <a:ea typeface="Calibri" panose="020F0502020204030204" pitchFamily="34" charset="0"/>
                <a:cs typeface="Times New Roman" panose="02020603050405020304" pitchFamily="18" charset="0"/>
              </a:rPr>
              <a:t>Cybernetics, Cognition &amp; Machine Learning Applications(IC3MLA-2025)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4477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F6906EA-2F12-D08E-D193-14AA5A07FC21}"/>
              </a:ext>
            </a:extLst>
          </p:cNvPr>
          <p:cNvSpPr>
            <a:spLocks noGrp="1" noChangeArrowheads="1"/>
          </p:cNvSpPr>
          <p:nvPr>
            <p:ph type="title"/>
          </p:nvPr>
        </p:nvSpPr>
        <p:spPr>
          <a:xfrm>
            <a:off x="527050" y="12700"/>
            <a:ext cx="11314113" cy="1009650"/>
          </a:xfrm>
        </p:spPr>
        <p:txBody>
          <a:bodyPr/>
          <a:lstStyle/>
          <a:p>
            <a:pPr eaLnBrk="1" hangingPunct="1"/>
            <a:r>
              <a:rPr lang="en-US" altLang="en-US" sz="4000" b="1">
                <a:solidFill>
                  <a:schemeClr val="tx2"/>
                </a:solidFill>
                <a:latin typeface="Times New Roman" panose="02020603050405020304" pitchFamily="18" charset="0"/>
                <a:ea typeface="Tahoma" panose="020B0604030504040204" pitchFamily="34" charset="0"/>
                <a:cs typeface="Times New Roman" panose="02020603050405020304" pitchFamily="18" charset="0"/>
              </a:rPr>
              <a:t>Contents</a:t>
            </a:r>
            <a:r>
              <a:rPr lang="en-US" altLang="en-US" sz="4000">
                <a:latin typeface="Times New Roman" panose="02020603050405020304" pitchFamily="18" charset="0"/>
                <a:ea typeface="Tahoma" panose="020B0604030504040204" pitchFamily="34" charset="0"/>
                <a:cs typeface="Times New Roman" panose="02020603050405020304" pitchFamily="18" charset="0"/>
              </a:rPr>
              <a:t> </a:t>
            </a:r>
            <a:endParaRPr lang="en-IN" altLang="en-US" sz="4000">
              <a:latin typeface="Times New Roman" panose="02020603050405020304" pitchFamily="18" charset="0"/>
              <a:ea typeface="Tahoma" panose="020B0604030504040204" pitchFamily="34" charset="0"/>
              <a:cs typeface="Times New Roman" panose="02020603050405020304" pitchFamily="18" charset="0"/>
            </a:endParaRPr>
          </a:p>
        </p:txBody>
      </p:sp>
      <p:sp>
        <p:nvSpPr>
          <p:cNvPr id="5123" name="Content Placeholder 2">
            <a:extLst>
              <a:ext uri="{FF2B5EF4-FFF2-40B4-BE49-F238E27FC236}">
                <a16:creationId xmlns:a16="http://schemas.microsoft.com/office/drawing/2014/main" id="{E70055BD-5170-B275-61DC-7C52C2809563}"/>
              </a:ext>
            </a:extLst>
          </p:cNvPr>
          <p:cNvSpPr>
            <a:spLocks noGrp="1" noChangeArrowheads="1"/>
          </p:cNvSpPr>
          <p:nvPr>
            <p:ph idx="1"/>
          </p:nvPr>
        </p:nvSpPr>
        <p:spPr>
          <a:xfrm>
            <a:off x="407988" y="1131888"/>
            <a:ext cx="10515600" cy="5341937"/>
          </a:xfrm>
        </p:spPr>
        <p:txBody>
          <a:bodyPr/>
          <a:lstStyle/>
          <a:p>
            <a:pPr marL="0" indent="0" algn="just">
              <a:lnSpc>
                <a:spcPct val="115000"/>
              </a:lnSpc>
              <a:spcAft>
                <a:spcPts val="800"/>
              </a:spcAft>
              <a:buFont typeface="Arial" panose="020B0604020202020204" pitchFamily="34" charset="0"/>
              <a:buNone/>
              <a:tabLst>
                <a:tab pos="1709738" algn="l"/>
              </a:tabLst>
              <a:defRPr/>
            </a:pPr>
            <a:endParaRPr lang="en-IN" alt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800"/>
              </a:spcAft>
              <a:buFont typeface="Calibri" panose="020F0502020204030204" pitchFamily="34" charset="0"/>
              <a:buAutoNum type="arabicPeriod"/>
              <a:tabLst>
                <a:tab pos="1709738" algn="l"/>
              </a:tabLst>
              <a:defRPr/>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Introduction</a:t>
            </a:r>
          </a:p>
          <a:p>
            <a:pPr algn="just">
              <a:lnSpc>
                <a:spcPct val="115000"/>
              </a:lnSpc>
              <a:spcAft>
                <a:spcPts val="800"/>
              </a:spcAft>
              <a:buFont typeface="Calibri" panose="020F0502020204030204" pitchFamily="34" charset="0"/>
              <a:buAutoNum type="arabicPeriod"/>
              <a:tabLst>
                <a:tab pos="1709738" algn="l"/>
              </a:tabLst>
              <a:defRPr/>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Problem statement</a:t>
            </a:r>
          </a:p>
          <a:p>
            <a:pPr algn="just">
              <a:lnSpc>
                <a:spcPct val="115000"/>
              </a:lnSpc>
              <a:spcAft>
                <a:spcPts val="800"/>
              </a:spcAft>
              <a:buFont typeface="Calibri" panose="020F0502020204030204" pitchFamily="34" charset="0"/>
              <a:buAutoNum type="arabicPeriod"/>
              <a:tabLst>
                <a:tab pos="1709738" algn="l"/>
              </a:tabLst>
              <a:defRPr/>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Literature review </a:t>
            </a:r>
          </a:p>
          <a:p>
            <a:pPr algn="just">
              <a:lnSpc>
                <a:spcPct val="115000"/>
              </a:lnSpc>
              <a:spcAft>
                <a:spcPts val="800"/>
              </a:spcAft>
              <a:buFont typeface="Calibri" panose="020F0502020204030204" pitchFamily="34" charset="0"/>
              <a:buAutoNum type="arabicPeriod"/>
              <a:tabLst>
                <a:tab pos="1709738" algn="l"/>
              </a:tabLst>
              <a:defRPr/>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Methodology experimental design </a:t>
            </a:r>
          </a:p>
          <a:p>
            <a:pPr algn="just">
              <a:lnSpc>
                <a:spcPct val="115000"/>
              </a:lnSpc>
              <a:spcAft>
                <a:spcPts val="800"/>
              </a:spcAft>
              <a:buFont typeface="Calibri" panose="020F0502020204030204" pitchFamily="34" charset="0"/>
              <a:buAutoNum type="arabicPeriod"/>
              <a:tabLst>
                <a:tab pos="1709738" algn="l"/>
              </a:tabLst>
              <a:defRPr/>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Result</a:t>
            </a:r>
          </a:p>
          <a:p>
            <a:pPr algn="just">
              <a:lnSpc>
                <a:spcPct val="115000"/>
              </a:lnSpc>
              <a:spcAft>
                <a:spcPts val="800"/>
              </a:spcAft>
              <a:buFont typeface="Calibri" panose="020F0502020204030204" pitchFamily="34" charset="0"/>
              <a:buAutoNum type="arabicPeriod"/>
              <a:tabLst>
                <a:tab pos="1709738" algn="l"/>
              </a:tabLst>
              <a:defRPr/>
            </a:pPr>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Conclusion and future work</a:t>
            </a:r>
          </a:p>
          <a:p>
            <a:pPr marL="0" indent="0" eaLnBrk="1" hangingPunct="1">
              <a:buFont typeface="Arial" panose="020B0604020202020204" pitchFamily="34" charset="0"/>
              <a:buNone/>
              <a:tabLst>
                <a:tab pos="1709738" algn="l"/>
              </a:tabLst>
              <a:defRPr/>
            </a:pP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buFont typeface="Arial" panose="020B0604020202020204" pitchFamily="34" charset="0"/>
              <a:buNone/>
              <a:tabLst>
                <a:tab pos="1709738" algn="l"/>
              </a:tabLst>
              <a:defRPr/>
            </a:pPr>
            <a:endParaRPr lang="en-US" altLang="en-US" dirty="0">
              <a:ea typeface="Calibri" panose="020F0502020204030204" pitchFamily="34" charset="0"/>
              <a:cs typeface="Times New Roman" panose="02020603050405020304" pitchFamily="18" charset="0"/>
            </a:endParaRPr>
          </a:p>
          <a:p>
            <a:pPr eaLnBrk="1" hangingPunct="1">
              <a:tabLst>
                <a:tab pos="1709738" algn="l"/>
              </a:tabLst>
              <a:defRPr/>
            </a:pPr>
            <a:endParaRPr lang="en-US" altLang="en-US" dirty="0">
              <a:ea typeface="Calibri" panose="020F0502020204030204" pitchFamily="34" charset="0"/>
              <a:cs typeface="Times New Roman" panose="02020603050405020304" pitchFamily="18" charset="0"/>
            </a:endParaRPr>
          </a:p>
          <a:p>
            <a:pPr eaLnBrk="1" hangingPunct="1">
              <a:tabLst>
                <a:tab pos="1709738" algn="l"/>
              </a:tabLst>
              <a:defRPr/>
            </a:pPr>
            <a:endParaRPr lang="en-US" altLang="en-US" dirty="0">
              <a:ea typeface="Calibri" panose="020F0502020204030204" pitchFamily="34" charset="0"/>
              <a:cs typeface="Times New Roman" panose="02020603050405020304" pitchFamily="18" charset="0"/>
            </a:endParaRPr>
          </a:p>
          <a:p>
            <a:pPr eaLnBrk="1" hangingPunct="1">
              <a:tabLst>
                <a:tab pos="1709738" algn="l"/>
              </a:tabLst>
              <a:defRPr/>
            </a:pPr>
            <a:endParaRPr lang="en-US" altLang="en-US" dirty="0">
              <a:ea typeface="Calibri" panose="020F0502020204030204" pitchFamily="34" charset="0"/>
              <a:cs typeface="Times New Roman" panose="02020603050405020304" pitchFamily="18" charset="0"/>
            </a:endParaRPr>
          </a:p>
          <a:p>
            <a:pPr eaLnBrk="1" hangingPunct="1">
              <a:tabLst>
                <a:tab pos="1709738" algn="l"/>
              </a:tabLst>
              <a:defRPr/>
            </a:pPr>
            <a:endParaRPr lang="en-US" altLang="en-US" dirty="0">
              <a:ea typeface="Calibri" panose="020F0502020204030204" pitchFamily="34" charset="0"/>
              <a:cs typeface="Times New Roman" panose="02020603050405020304" pitchFamily="18" charset="0"/>
            </a:endParaRPr>
          </a:p>
          <a:p>
            <a:pPr eaLnBrk="1" hangingPunct="1">
              <a:tabLst>
                <a:tab pos="1709738" algn="l"/>
              </a:tabLst>
              <a:defRPr/>
            </a:pPr>
            <a:endParaRPr lang="en-IN" altLang="en-US" dirty="0">
              <a:ea typeface="Calibri" panose="020F0502020204030204" pitchFamily="34" charset="0"/>
              <a:cs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AB39416-C4EF-71DC-BD2D-D06994EB4A47}"/>
              </a:ext>
            </a:extLst>
          </p:cNvPr>
          <p:cNvSpPr>
            <a:spLocks noGrp="1" noChangeArrowheads="1"/>
          </p:cNvSpPr>
          <p:nvPr>
            <p:ph type="title"/>
          </p:nvPr>
        </p:nvSpPr>
        <p:spPr>
          <a:xfrm>
            <a:off x="260350" y="566738"/>
            <a:ext cx="11320463" cy="495300"/>
          </a:xfrm>
        </p:spPr>
        <p:txBody>
          <a:bodyPr/>
          <a:lstStyle/>
          <a:p>
            <a:pPr eaLnBrk="1" hangingPunct="1"/>
            <a:r>
              <a:rPr lang="en-US" altLang="en-US" sz="4000" b="1">
                <a:solidFill>
                  <a:schemeClr val="tx2"/>
                </a:solidFill>
                <a:latin typeface="Times New Roman" panose="02020603050405020304" pitchFamily="18" charset="0"/>
                <a:cs typeface="Times New Roman" panose="02020603050405020304" pitchFamily="18" charset="0"/>
              </a:rPr>
              <a:t>INTRODUCTION</a:t>
            </a:r>
            <a:endParaRPr lang="en-IN" altLang="en-US" sz="4000" b="1">
              <a:solidFill>
                <a:schemeClr val="tx2"/>
              </a:solidFill>
              <a:latin typeface="Times New Roman" panose="02020603050405020304" pitchFamily="18" charset="0"/>
              <a:cs typeface="Times New Roman" panose="02020603050405020304" pitchFamily="18" charset="0"/>
            </a:endParaRPr>
          </a:p>
        </p:txBody>
      </p:sp>
      <p:sp>
        <p:nvSpPr>
          <p:cNvPr id="6147" name="Rectangle 5">
            <a:extLst>
              <a:ext uri="{FF2B5EF4-FFF2-40B4-BE49-F238E27FC236}">
                <a16:creationId xmlns:a16="http://schemas.microsoft.com/office/drawing/2014/main" id="{7626EA0E-F146-E8B9-E9EF-D5A856178B9E}"/>
              </a:ext>
            </a:extLst>
          </p:cNvPr>
          <p:cNvSpPr>
            <a:spLocks noGrp="1" noChangeArrowheads="1"/>
          </p:cNvSpPr>
          <p:nvPr>
            <p:ph idx="1"/>
          </p:nvPr>
        </p:nvSpPr>
        <p:spPr>
          <a:xfrm>
            <a:off x="211138" y="977900"/>
            <a:ext cx="11418887" cy="61087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indent="0">
              <a:spcBef>
                <a:spcPct val="0"/>
              </a:spcBef>
              <a:buFontTx/>
              <a:buNone/>
            </a:pPr>
            <a:endParaRPr lang="en-US" altLang="en-US" sz="2300" dirty="0">
              <a:latin typeface="Times New Roman" panose="02020603050405020304" pitchFamily="18" charset="0"/>
              <a:cs typeface="Times New Roman" panose="02020603050405020304" pitchFamily="18" charset="0"/>
            </a:endParaRPr>
          </a:p>
          <a:p>
            <a:pPr marL="0" indent="0" algn="just">
              <a:spcBef>
                <a:spcPct val="0"/>
              </a:spcBef>
              <a:buFontTx/>
              <a:buChar char="•"/>
            </a:pPr>
            <a:r>
              <a:rPr lang="en-US" altLang="en-US" sz="2300" dirty="0">
                <a:latin typeface="Times New Roman" panose="02020603050405020304" pitchFamily="18" charset="0"/>
                <a:cs typeface="Times New Roman" panose="02020603050405020304" pitchFamily="18" charset="0"/>
              </a:rPr>
              <a:t>Agriculture is crucial for global food production, economic development, and rural livelihoods.</a:t>
            </a:r>
          </a:p>
          <a:p>
            <a:pPr marL="0" indent="0" algn="just">
              <a:spcBef>
                <a:spcPct val="0"/>
              </a:spcBef>
              <a:buFontTx/>
              <a:buChar char="•"/>
            </a:pPr>
            <a:r>
              <a:rPr lang="en-US" altLang="en-US" sz="2300" dirty="0">
                <a:latin typeface="Times New Roman" panose="02020603050405020304" pitchFamily="18" charset="0"/>
                <a:cs typeface="Times New Roman" panose="02020603050405020304" pitchFamily="18" charset="0"/>
              </a:rPr>
              <a:t>The sector faces increasing challenges such as climate change, erratic rainfall, declining soil fertility, pest outbreaks, and inefficient resource utilization.</a:t>
            </a:r>
          </a:p>
          <a:p>
            <a:pPr marL="0" indent="0" algn="just">
              <a:spcBef>
                <a:spcPct val="0"/>
              </a:spcBef>
              <a:buFontTx/>
              <a:buChar char="•"/>
            </a:pPr>
            <a:r>
              <a:rPr lang="en-US" altLang="en-US" sz="2300" dirty="0">
                <a:latin typeface="Times New Roman" panose="02020603050405020304" pitchFamily="18" charset="0"/>
                <a:cs typeface="Times New Roman" panose="02020603050405020304" pitchFamily="18" charset="0"/>
              </a:rPr>
              <a:t>Traditional farming methods, often relying on experience, are inadequate for adapting to changing agricultural conditions.</a:t>
            </a:r>
          </a:p>
          <a:p>
            <a:pPr marL="0" indent="0" algn="just">
              <a:spcBef>
                <a:spcPct val="0"/>
              </a:spcBef>
              <a:buFontTx/>
              <a:buChar char="•"/>
            </a:pPr>
            <a:r>
              <a:rPr lang="en-US" altLang="en-US" sz="2300" dirty="0">
                <a:latin typeface="Times New Roman" panose="02020603050405020304" pitchFamily="18" charset="0"/>
                <a:cs typeface="Times New Roman" panose="02020603050405020304" pitchFamily="18" charset="0"/>
              </a:rPr>
              <a:t>Machine Learning (ML) offers a data-centric approach to modernize farming practices, enabling precise decision-making, real-time insights, and flexible crop management. </a:t>
            </a:r>
          </a:p>
          <a:p>
            <a:pPr marL="0" indent="0" algn="just">
              <a:spcBef>
                <a:spcPct val="0"/>
              </a:spcBef>
              <a:buFontTx/>
              <a:buChar char="•"/>
            </a:pPr>
            <a:r>
              <a:rPr lang="en-US" altLang="en-US" sz="2300" dirty="0">
                <a:latin typeface="Times New Roman" panose="02020603050405020304" pitchFamily="18" charset="0"/>
                <a:cs typeface="Times New Roman" panose="02020603050405020304" pitchFamily="18" charset="0"/>
              </a:rPr>
              <a:t>The integration of ML in agriculture has emerged as a transformative approach for precision farming, facilitating analysis of complex agricultural datasets and providing predictive insights.</a:t>
            </a:r>
          </a:p>
          <a:p>
            <a:pPr marL="0" indent="0" algn="just">
              <a:spcBef>
                <a:spcPct val="0"/>
              </a:spcBef>
              <a:buFontTx/>
              <a:buChar char="•"/>
            </a:pPr>
            <a:r>
              <a:rPr lang="en-US" altLang="en-US" sz="2300" dirty="0">
                <a:latin typeface="Times New Roman" panose="02020603050405020304" pitchFamily="18" charset="0"/>
                <a:cs typeface="Times New Roman" panose="02020603050405020304" pitchFamily="18" charset="0"/>
              </a:rPr>
              <a:t>Internet of Things (IoT) devices are key enablers of smart agriculture, collecting real-time data on environmental and soil parameters.</a:t>
            </a:r>
          </a:p>
          <a:p>
            <a:pPr marL="0" indent="0" algn="just">
              <a:spcBef>
                <a:spcPct val="0"/>
              </a:spcBef>
              <a:buFontTx/>
              <a:buChar char="•"/>
            </a:pPr>
            <a:r>
              <a:rPr lang="en-US" altLang="en-US" sz="2300" dirty="0">
                <a:latin typeface="Times New Roman" panose="02020603050405020304" pitchFamily="18" charset="0"/>
                <a:cs typeface="Times New Roman" panose="02020603050405020304" pitchFamily="18" charset="0"/>
              </a:rPr>
              <a:t>The fusion of machine learning with sensor-based monitoring and cloud computing provides a robust framework for developing intelligent agriculture systems.</a:t>
            </a:r>
          </a:p>
          <a:p>
            <a:pPr marL="0" indent="0" algn="just">
              <a:spcBef>
                <a:spcPct val="0"/>
              </a:spcBef>
              <a:buFontTx/>
              <a:buChar char="•"/>
            </a:pPr>
            <a:endParaRPr lang="en-US" altLang="en-US" sz="2300" dirty="0">
              <a:latin typeface="Times New Roman" panose="02020603050405020304" pitchFamily="18" charset="0"/>
              <a:cs typeface="Times New Roman" panose="02020603050405020304" pitchFamily="18" charset="0"/>
            </a:endParaRPr>
          </a:p>
          <a:p>
            <a:pPr marL="0" indent="0" algn="just">
              <a:spcBef>
                <a:spcPct val="0"/>
              </a:spcBef>
              <a:buFontTx/>
              <a:buChar char="•"/>
            </a:pPr>
            <a:endParaRPr lang="en-US" altLang="en-US" sz="23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6BA6B868-5299-2B1F-04AA-D622ECC3243C}"/>
              </a:ext>
            </a:extLst>
          </p:cNvPr>
          <p:cNvSpPr>
            <a:spLocks noGrp="1" noChangeArrowheads="1"/>
          </p:cNvSpPr>
          <p:nvPr>
            <p:ph type="title"/>
          </p:nvPr>
        </p:nvSpPr>
        <p:spPr>
          <a:xfrm>
            <a:off x="300038" y="-139700"/>
            <a:ext cx="11320462" cy="758825"/>
          </a:xfrm>
        </p:spPr>
        <p:txBody>
          <a:bodyPr/>
          <a:lstStyle/>
          <a:p>
            <a:pPr eaLnBrk="1" hangingPunct="1"/>
            <a:br>
              <a:rPr lang="en-US" altLang="en-US" sz="4000" b="1">
                <a:solidFill>
                  <a:schemeClr val="tx2"/>
                </a:solidFill>
                <a:latin typeface="Times New Roman" panose="02020603050405020304" pitchFamily="18" charset="0"/>
                <a:cs typeface="Times New Roman" panose="02020603050405020304" pitchFamily="18" charset="0"/>
              </a:rPr>
            </a:br>
            <a:r>
              <a:rPr lang="en-US" altLang="en-US" sz="4000" b="1">
                <a:solidFill>
                  <a:schemeClr val="tx2"/>
                </a:solidFill>
                <a:latin typeface="Times New Roman" panose="02020603050405020304" pitchFamily="18" charset="0"/>
                <a:cs typeface="Times New Roman" panose="02020603050405020304" pitchFamily="18" charset="0"/>
              </a:rPr>
              <a:t> PROBLEM STATEMENT</a:t>
            </a:r>
            <a:endParaRPr lang="en-IN" altLang="en-US" sz="4000" b="1">
              <a:solidFill>
                <a:schemeClr val="tx2"/>
              </a:solidFill>
              <a:latin typeface="Times New Roman" panose="02020603050405020304" pitchFamily="18" charset="0"/>
              <a:cs typeface="Times New Roman" panose="02020603050405020304" pitchFamily="18" charset="0"/>
            </a:endParaRPr>
          </a:p>
        </p:txBody>
      </p:sp>
      <p:pic>
        <p:nvPicPr>
          <p:cNvPr id="7171" name="Picture 3">
            <a:extLst>
              <a:ext uri="{FF2B5EF4-FFF2-40B4-BE49-F238E27FC236}">
                <a16:creationId xmlns:a16="http://schemas.microsoft.com/office/drawing/2014/main" id="{EA2D6D9A-8833-71C9-4880-5431F14D6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125" y="4805363"/>
            <a:ext cx="4129088"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5">
            <a:extLst>
              <a:ext uri="{FF2B5EF4-FFF2-40B4-BE49-F238E27FC236}">
                <a16:creationId xmlns:a16="http://schemas.microsoft.com/office/drawing/2014/main" id="{1A197D0E-5134-1749-88A8-72E55F9A9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9600" y="4805363"/>
            <a:ext cx="4129088"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7">
            <a:extLst>
              <a:ext uri="{FF2B5EF4-FFF2-40B4-BE49-F238E27FC236}">
                <a16:creationId xmlns:a16="http://schemas.microsoft.com/office/drawing/2014/main" id="{9A8B026E-66C6-012C-6A88-7E66D49B1703}"/>
              </a:ext>
            </a:extLst>
          </p:cNvPr>
          <p:cNvSpPr>
            <a:spLocks noGrp="1" noChangeArrowheads="1"/>
          </p:cNvSpPr>
          <p:nvPr>
            <p:ph idx="1"/>
          </p:nvPr>
        </p:nvSpPr>
        <p:spPr>
          <a:xfrm>
            <a:off x="811213" y="1043156"/>
            <a:ext cx="10569575" cy="34778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r>
              <a:rPr lang="en-US" altLang="en-US" sz="2200" dirty="0">
                <a:latin typeface="Times New Roman" panose="02020603050405020304" pitchFamily="18" charset="0"/>
                <a:cs typeface="Times New Roman" panose="02020603050405020304" pitchFamily="18" charset="0"/>
              </a:rPr>
              <a:t>Inefficient Resource Management: Traditional farming methods lead to excessive use of water, fertilizers, and pesticides due to a lack of real-time monitoring and precision tools.</a:t>
            </a:r>
          </a:p>
          <a:p>
            <a:pPr>
              <a:spcBef>
                <a:spcPct val="0"/>
              </a:spcBef>
            </a:pPr>
            <a:r>
              <a:rPr lang="en-US" altLang="en-US" sz="2200" dirty="0">
                <a:latin typeface="Times New Roman" panose="02020603050405020304" pitchFamily="18" charset="0"/>
                <a:cs typeface="Times New Roman" panose="02020603050405020304" pitchFamily="18" charset="0"/>
              </a:rPr>
              <a:t>Low Productivity and Crop Losses: Inadequate forecasting, delayed disease detection, and lack of data-driven decision-making reduce crop yield and increase losses.</a:t>
            </a:r>
          </a:p>
          <a:p>
            <a:pPr>
              <a:spcBef>
                <a:spcPct val="0"/>
              </a:spcBef>
            </a:pPr>
            <a:r>
              <a:rPr lang="en-US" altLang="en-US" sz="2200" dirty="0">
                <a:latin typeface="Times New Roman" panose="02020603050405020304" pitchFamily="18" charset="0"/>
                <a:cs typeface="Times New Roman" panose="02020603050405020304" pitchFamily="18" charset="0"/>
              </a:rPr>
              <a:t>Limited Technological Adoption: Most farmers lack access to modern technologies like IoT, machine learning, and automated systems, making agriculture less efficient and sustainable.</a:t>
            </a:r>
          </a:p>
          <a:p>
            <a:pPr>
              <a:spcBef>
                <a:spcPct val="0"/>
              </a:spcBef>
            </a:pPr>
            <a:r>
              <a:rPr lang="en-US" altLang="en-US" sz="2200" dirty="0">
                <a:latin typeface="Times New Roman" panose="02020603050405020304" pitchFamily="18" charset="0"/>
                <a:cs typeface="Times New Roman" panose="02020603050405020304" pitchFamily="18" charset="0"/>
              </a:rPr>
              <a:t>Market and Knowledge Gaps: Farmers often face challenges accessing timely information, expert guidance, and fair market prices, leading to poor planning and financial instability.</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2">
            <a:extLst>
              <a:ext uri="{FF2B5EF4-FFF2-40B4-BE49-F238E27FC236}">
                <a16:creationId xmlns:a16="http://schemas.microsoft.com/office/drawing/2014/main" id="{9C8FFC92-DDDF-5F4A-E8DD-E62B984614FD}"/>
              </a:ext>
            </a:extLst>
          </p:cNvPr>
          <p:cNvSpPr txBox="1">
            <a:spLocks noChangeArrowheads="1"/>
          </p:cNvSpPr>
          <p:nvPr/>
        </p:nvSpPr>
        <p:spPr bwMode="auto">
          <a:xfrm>
            <a:off x="336550" y="280988"/>
            <a:ext cx="11518900" cy="708025"/>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en-US" altLang="en-US" sz="4000" b="1" dirty="0">
                <a:solidFill>
                  <a:schemeClr val="tx2"/>
                </a:solidFill>
                <a:latin typeface="Times New Roman" panose="02020603050405020304" pitchFamily="18" charset="0"/>
                <a:ea typeface="+mj-ea"/>
                <a:cs typeface="Times New Roman" panose="02020603050405020304" pitchFamily="18" charset="0"/>
              </a:rPr>
              <a:t>Literature review  </a:t>
            </a:r>
          </a:p>
        </p:txBody>
      </p:sp>
      <p:sp>
        <p:nvSpPr>
          <p:cNvPr id="8195" name="TextBox 4">
            <a:extLst>
              <a:ext uri="{FF2B5EF4-FFF2-40B4-BE49-F238E27FC236}">
                <a16:creationId xmlns:a16="http://schemas.microsoft.com/office/drawing/2014/main" id="{6CAA5A3B-907C-E242-34C8-9BF90528915B}"/>
              </a:ext>
            </a:extLst>
          </p:cNvPr>
          <p:cNvSpPr txBox="1">
            <a:spLocks noChangeArrowheads="1"/>
          </p:cNvSpPr>
          <p:nvPr/>
        </p:nvSpPr>
        <p:spPr bwMode="auto">
          <a:xfrm>
            <a:off x="2057400" y="914400"/>
            <a:ext cx="822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Calibri" panose="020F0502020204030204" pitchFamily="34" charset="0"/>
              <a:buAutoNum type="arabicPeriod"/>
            </a:pPr>
            <a:endParaRPr lang="en-IN" altLang="en-US" sz="1800">
              <a:solidFill>
                <a:srgbClr val="000000"/>
              </a:solidFill>
            </a:endParaRPr>
          </a:p>
        </p:txBody>
      </p:sp>
      <p:sp>
        <p:nvSpPr>
          <p:cNvPr id="8196" name="TextBox 5">
            <a:extLst>
              <a:ext uri="{FF2B5EF4-FFF2-40B4-BE49-F238E27FC236}">
                <a16:creationId xmlns:a16="http://schemas.microsoft.com/office/drawing/2014/main" id="{BB1581D8-C48D-3209-CC15-18458BEEF166}"/>
              </a:ext>
            </a:extLst>
          </p:cNvPr>
          <p:cNvSpPr txBox="1">
            <a:spLocks noChangeArrowheads="1"/>
          </p:cNvSpPr>
          <p:nvPr/>
        </p:nvSpPr>
        <p:spPr bwMode="auto">
          <a:xfrm>
            <a:off x="2324100" y="1114425"/>
            <a:ext cx="98679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0"/>
              </a:spcBef>
              <a:spcAft>
                <a:spcPts val="1000"/>
              </a:spcAft>
            </a:pPr>
            <a:endParaRPr lang="en-US" altLang="en-US" sz="1800">
              <a:solidFill>
                <a:srgbClr val="000000"/>
              </a:solidFill>
              <a:ea typeface="Calibri" panose="020F0502020204030204" pitchFamily="34" charset="0"/>
              <a:cs typeface="Times New Roman" panose="02020603050405020304" pitchFamily="18" charset="0"/>
            </a:endParaRPr>
          </a:p>
        </p:txBody>
      </p:sp>
      <p:graphicFrame>
        <p:nvGraphicFramePr>
          <p:cNvPr id="6" name="object 2">
            <a:extLst>
              <a:ext uri="{FF2B5EF4-FFF2-40B4-BE49-F238E27FC236}">
                <a16:creationId xmlns:a16="http://schemas.microsoft.com/office/drawing/2014/main" id="{8FCD617F-63DA-B5BE-77CF-B716C4679946}"/>
              </a:ext>
            </a:extLst>
          </p:cNvPr>
          <p:cNvGraphicFramePr>
            <a:graphicFrameLocks noGrp="1"/>
          </p:cNvGraphicFramePr>
          <p:nvPr>
            <p:extLst>
              <p:ext uri="{D42A27DB-BD31-4B8C-83A1-F6EECF244321}">
                <p14:modId xmlns:p14="http://schemas.microsoft.com/office/powerpoint/2010/main" val="3409676940"/>
              </p:ext>
            </p:extLst>
          </p:nvPr>
        </p:nvGraphicFramePr>
        <p:xfrm>
          <a:off x="783771" y="989013"/>
          <a:ext cx="10439856" cy="4529735"/>
        </p:xfrm>
        <a:graphic>
          <a:graphicData uri="http://schemas.openxmlformats.org/drawingml/2006/table">
            <a:tbl>
              <a:tblPr/>
              <a:tblGrid>
                <a:gridCol w="1718884">
                  <a:extLst>
                    <a:ext uri="{9D8B030D-6E8A-4147-A177-3AD203B41FA5}">
                      <a16:colId xmlns:a16="http://schemas.microsoft.com/office/drawing/2014/main" val="20000"/>
                    </a:ext>
                  </a:extLst>
                </a:gridCol>
                <a:gridCol w="1587525">
                  <a:extLst>
                    <a:ext uri="{9D8B030D-6E8A-4147-A177-3AD203B41FA5}">
                      <a16:colId xmlns:a16="http://schemas.microsoft.com/office/drawing/2014/main" val="20001"/>
                    </a:ext>
                  </a:extLst>
                </a:gridCol>
                <a:gridCol w="1238301">
                  <a:extLst>
                    <a:ext uri="{9D8B030D-6E8A-4147-A177-3AD203B41FA5}">
                      <a16:colId xmlns:a16="http://schemas.microsoft.com/office/drawing/2014/main" val="20002"/>
                    </a:ext>
                  </a:extLst>
                </a:gridCol>
                <a:gridCol w="1755728">
                  <a:extLst>
                    <a:ext uri="{9D8B030D-6E8A-4147-A177-3AD203B41FA5}">
                      <a16:colId xmlns:a16="http://schemas.microsoft.com/office/drawing/2014/main" val="20003"/>
                    </a:ext>
                  </a:extLst>
                </a:gridCol>
                <a:gridCol w="940340">
                  <a:extLst>
                    <a:ext uri="{9D8B030D-6E8A-4147-A177-3AD203B41FA5}">
                      <a16:colId xmlns:a16="http://schemas.microsoft.com/office/drawing/2014/main" val="20004"/>
                    </a:ext>
                  </a:extLst>
                </a:gridCol>
                <a:gridCol w="1597136">
                  <a:extLst>
                    <a:ext uri="{9D8B030D-6E8A-4147-A177-3AD203B41FA5}">
                      <a16:colId xmlns:a16="http://schemas.microsoft.com/office/drawing/2014/main" val="20005"/>
                    </a:ext>
                  </a:extLst>
                </a:gridCol>
                <a:gridCol w="1601942">
                  <a:extLst>
                    <a:ext uri="{9D8B030D-6E8A-4147-A177-3AD203B41FA5}">
                      <a16:colId xmlns:a16="http://schemas.microsoft.com/office/drawing/2014/main" val="20006"/>
                    </a:ext>
                  </a:extLst>
                </a:gridCol>
              </a:tblGrid>
              <a:tr h="172935">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15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Paper</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1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Feature Title</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1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Algorithms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1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Methodology</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1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Results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1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Advantages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1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Limitation</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6125">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3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Preety</a:t>
                      </a:r>
                    </a:p>
                    <a:p>
                      <a:pPr marL="69850" marR="0" lvl="0" indent="0" algn="l" defTabSz="914400" rtl="0" eaLnBrk="1" fontAlgn="base" latinLnBrk="0" hangingPunct="1">
                        <a:lnSpc>
                          <a:spcPts val="1313"/>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Chaudhary et al.</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just" defTabSz="914400" rtl="0" eaLnBrk="1" fontAlgn="base" latinLnBrk="0" hangingPunct="1">
                        <a:lnSpc>
                          <a:spcPts val="1275"/>
                        </a:lnSpc>
                        <a:spcBef>
                          <a:spcPts val="1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 Comparison of ML Technologies for Soil Analysis</a:t>
                      </a:r>
                    </a:p>
                  </a:txBody>
                  <a:tcPr marL="0" marR="0" marT="190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3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XGBoost,</a:t>
                      </a:r>
                    </a:p>
                    <a:p>
                      <a:pPr marL="7302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SVM,</a:t>
                      </a:r>
                    </a:p>
                    <a:p>
                      <a:pPr marL="73025" marR="0" lvl="0" indent="0" algn="l" defTabSz="914400" rtl="0" eaLnBrk="1" fontAlgn="base" latinLnBrk="0" hangingPunct="1">
                        <a:lnSpc>
                          <a:spcPct val="95000"/>
                        </a:lnSpc>
                        <a:spcBef>
                          <a:spcPts val="5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Decision Tree, RF, Naïve Bayes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75"/>
                        </a:lnSpc>
                        <a:spcBef>
                          <a:spcPts val="1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Compared ML models on soil datasets</a:t>
                      </a:r>
                    </a:p>
                  </a:txBody>
                  <a:tcPr marL="0" marR="0" marT="190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XGBoost</a:t>
                      </a:r>
                    </a:p>
                    <a:p>
                      <a:pPr marL="69850" marR="0" lvl="0" indent="0" algn="l" defTabSz="914400" rtl="0" eaLnBrk="1" fontAlgn="base" latinLnBrk="0" hangingPunct="1">
                        <a:lnSpc>
                          <a:spcPts val="128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~92%</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75"/>
                        </a:lnSpc>
                        <a:spcBef>
                          <a:spcPts val="1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Comprehensive comparison of</a:t>
                      </a:r>
                    </a:p>
                    <a:p>
                      <a:pPr marL="69850" marR="0" lvl="0" indent="0" algn="l" defTabSz="914400" rtl="0" eaLnBrk="1" fontAlgn="base" latinLnBrk="0" hangingPunct="1">
                        <a:lnSpc>
                          <a:spcPts val="1250"/>
                        </a:lnSpc>
                        <a:spcBef>
                          <a:spcPts val="2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ML models for soil fertility</a:t>
                      </a:r>
                    </a:p>
                  </a:txBody>
                  <a:tcPr marL="0" marR="0" marT="190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75"/>
                        </a:lnSpc>
                        <a:spcBef>
                          <a:spcPts val="1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Limited to soil data; lacks</a:t>
                      </a:r>
                    </a:p>
                    <a:p>
                      <a:pPr marL="73025" marR="0" lvl="0" indent="0" algn="l" defTabSz="914400" rtl="0" eaLnBrk="1" fontAlgn="base" latinLnBrk="0" hangingPunct="1">
                        <a:lnSpc>
                          <a:spcPts val="1250"/>
                        </a:lnSpc>
                        <a:spcBef>
                          <a:spcPts val="2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integration with real-time</a:t>
                      </a:r>
                    </a:p>
                    <a:p>
                      <a:pPr marL="73025" marR="0" lvl="0" indent="0" algn="l" defTabSz="914400" rtl="0" eaLnBrk="1" fontAlgn="base" latinLnBrk="0" hangingPunct="1">
                        <a:lnSpc>
                          <a:spcPts val="123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sensors</a:t>
                      </a:r>
                    </a:p>
                  </a:txBody>
                  <a:tcPr marL="0" marR="0" marT="190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5085">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 Sathies Kumar et al.</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Crop Selection</a:t>
                      </a:r>
                    </a:p>
                    <a:p>
                      <a:pPr marL="69850"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and Cultivation using ML</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Decision</a:t>
                      </a:r>
                    </a:p>
                    <a:p>
                      <a:pPr marL="73025" marR="0" lvl="0" indent="0" algn="l" defTabSz="914400" rtl="0" eaLnBrk="1" fontAlgn="base" latinLnBrk="0" hangingPunct="1">
                        <a:lnSpc>
                          <a:spcPct val="95000"/>
                        </a:lnSpc>
                        <a:spcBef>
                          <a:spcPts val="38"/>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Trees, Neural Networks, Ensemble Models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Analyzed soil, weather, and</a:t>
                      </a:r>
                    </a:p>
                    <a:p>
                      <a:pPr marL="73025"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historical crop data</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~90%</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Real-time data</a:t>
                      </a:r>
                    </a:p>
                    <a:p>
                      <a:pPr marL="69850"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integration with IoT</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Does not address</a:t>
                      </a:r>
                    </a:p>
                    <a:p>
                      <a:pPr marL="73025"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fertilizer or pest recommendations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5085">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75"/>
                        </a:lnSpc>
                        <a:spcBef>
                          <a:spcPts val="13"/>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R.R. Rubia Gandhi et al.</a:t>
                      </a:r>
                    </a:p>
                  </a:txBody>
                  <a:tcPr marL="0" marR="0" marT="190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ML Approaches</a:t>
                      </a:r>
                    </a:p>
                    <a:p>
                      <a:pPr marL="69850" marR="0" lvl="0" indent="0" algn="l" defTabSz="914400" rtl="0" eaLnBrk="1" fontAlgn="base" latinLnBrk="0" hangingPunct="1">
                        <a:lnSpc>
                          <a:spcPts val="1275"/>
                        </a:lnSpc>
                        <a:spcBef>
                          <a:spcPts val="6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for Smart Agriculture</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ANN, AI</a:t>
                      </a:r>
                    </a:p>
                    <a:p>
                      <a:pPr marL="73025" marR="0" lvl="0" indent="0" algn="l" defTabSz="914400" rtl="0" eaLnBrk="1" fontAlgn="base" latinLnBrk="0" hangingPunct="1">
                        <a:lnSpc>
                          <a:spcPts val="1250"/>
                        </a:lnSpc>
                        <a:spcBef>
                          <a:spcPts val="5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Decision Systems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Multi-domain</a:t>
                      </a:r>
                    </a:p>
                    <a:p>
                      <a:pPr marL="73025" marR="0" lvl="0" indent="0" algn="l" defTabSz="914400" rtl="0" eaLnBrk="1" fontAlgn="base" latinLnBrk="0" hangingPunct="1">
                        <a:lnSpc>
                          <a:spcPts val="1275"/>
                        </a:lnSpc>
                        <a:spcBef>
                          <a:spcPts val="6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data modeling (soil, weed, animal)</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ts val="2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Not specified</a:t>
                      </a:r>
                    </a:p>
                  </a:txBody>
                  <a:tcPr marL="0" marR="0" marT="381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Full-farm</a:t>
                      </a:r>
                    </a:p>
                    <a:p>
                      <a:pPr marL="69850" marR="0" lvl="0" indent="0" algn="l" defTabSz="914400" rtl="0" eaLnBrk="1" fontAlgn="base" latinLnBrk="0" hangingPunct="1">
                        <a:lnSpc>
                          <a:spcPts val="1275"/>
                        </a:lnSpc>
                        <a:spcBef>
                          <a:spcPts val="6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managemen t perspective</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Accuracy</a:t>
                      </a:r>
                    </a:p>
                    <a:p>
                      <a:pPr marL="73025" marR="0" lvl="0" indent="0" algn="l" defTabSz="914400" rtl="0" eaLnBrk="1" fontAlgn="base" latinLnBrk="0" hangingPunct="1">
                        <a:lnSpc>
                          <a:spcPct val="95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metrics not quantified; lacks field deployment data</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5032">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75"/>
                        </a:lnSpc>
                        <a:spcBef>
                          <a:spcPts val="1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Midhunadharshini G et al.</a:t>
                      </a:r>
                    </a:p>
                  </a:txBody>
                  <a:tcPr marL="0" marR="0" marT="190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Smart</a:t>
                      </a:r>
                    </a:p>
                    <a:p>
                      <a:pPr marL="69850" marR="0" lvl="0" indent="0" algn="l" defTabSz="914400" rtl="0" eaLnBrk="1" fontAlgn="base" latinLnBrk="0" hangingPunct="1">
                        <a:lnSpc>
                          <a:spcPct val="94000"/>
                        </a:lnSpc>
                        <a:spcBef>
                          <a:spcPts val="6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Agriculture for Crop Productivity</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Not</a:t>
                      </a:r>
                    </a:p>
                    <a:p>
                      <a:pPr marL="73025"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explicitly stated</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Used past yield,</a:t>
                      </a:r>
                    </a:p>
                    <a:p>
                      <a:pPr marL="73025"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soil &amp; weather trends</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ts val="2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Not specified</a:t>
                      </a:r>
                    </a:p>
                  </a:txBody>
                  <a:tcPr marL="0" marR="0" marT="381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Market-aware</a:t>
                      </a:r>
                    </a:p>
                    <a:p>
                      <a:pPr marL="69850" marR="0" lvl="0" indent="0" algn="l" defTabSz="914400" rtl="0" eaLnBrk="1" fontAlgn="base" latinLnBrk="0" hangingPunct="1">
                        <a:lnSpc>
                          <a:spcPct val="94000"/>
                        </a:lnSpc>
                        <a:spcBef>
                          <a:spcPts val="6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prediction with e- commerce integration</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Model</a:t>
                      </a:r>
                    </a:p>
                    <a:p>
                      <a:pPr marL="73025" marR="0" lvl="0" indent="0" algn="l" defTabSz="914400" rtl="0" eaLnBrk="1" fontAlgn="base" latinLnBrk="0" hangingPunct="1">
                        <a:lnSpc>
                          <a:spcPct val="96000"/>
                        </a:lnSpc>
                        <a:spcBef>
                          <a:spcPts val="38"/>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details and metrics missing</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936">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Atla Devikarani et al.</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Towards Smart Agriculture using</a:t>
                      </a:r>
                    </a:p>
                    <a:p>
                      <a:pPr marL="69850" marR="0" lvl="0" indent="0" algn="l" defTabSz="914400" rtl="0" eaLnBrk="1" fontAlgn="base" latinLnBrk="0" hangingPunct="1">
                        <a:lnSpc>
                          <a:spcPts val="1113"/>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ML</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KNN, SVM, RF, NN</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18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IoT-based data</a:t>
                      </a:r>
                    </a:p>
                    <a:p>
                      <a:pPr marL="7302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ML prediction</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NN</a:t>
                      </a:r>
                    </a:p>
                    <a:p>
                      <a:pPr marL="69850" marR="0" lvl="0" indent="0" algn="l" defTabSz="914400" rtl="0" eaLnBrk="1" fontAlgn="base" latinLnBrk="0" hangingPunct="1">
                        <a:lnSpc>
                          <a:spcPts val="13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&gt;90%</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ct val="93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Strong focus on irrigation and disease diagnosis</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IoT security concerns</a:t>
                      </a:r>
                    </a:p>
                    <a:p>
                      <a:pPr marL="73025"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not addressed</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8779">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Manas Rai et al.</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3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Smart</a:t>
                      </a:r>
                    </a:p>
                    <a:p>
                      <a:pPr marL="69850" marR="0" lvl="0" indent="0" algn="l" defTabSz="914400" rtl="0" eaLnBrk="1" fontAlgn="base" latinLnBrk="0" hangingPunct="1">
                        <a:lnSpc>
                          <a:spcPts val="1275"/>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Farming Using ML</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13"/>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RF, SVM,</a:t>
                      </a:r>
                    </a:p>
                    <a:p>
                      <a:pPr marL="73025" marR="0" lvl="0" indent="0" algn="l" defTabSz="914400" rtl="0" eaLnBrk="1" fontAlgn="base" latinLnBrk="0" hangingPunct="1">
                        <a:lnSpc>
                          <a:spcPct val="96000"/>
                        </a:lnSpc>
                        <a:spcBef>
                          <a:spcPts val="13"/>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Decision Tree, Logistic Regression</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ct val="95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Used field/environmental data for crop</a:t>
                      </a:r>
                    </a:p>
                    <a:p>
                      <a:pPr marL="73025" marR="0" lvl="0" indent="0" algn="l" defTabSz="914400" rtl="0" eaLnBrk="1" fontAlgn="base" latinLnBrk="0" hangingPunct="1">
                        <a:lnSpc>
                          <a:spcPts val="127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selection</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13"/>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RF</a:t>
                      </a:r>
                    </a:p>
                    <a:p>
                      <a:pPr marL="69850" marR="0" lvl="0" indent="0" algn="l" defTabSz="914400" rtl="0" eaLnBrk="1" fontAlgn="base" latinLnBrk="0" hangingPunct="1">
                        <a:lnSpc>
                          <a:spcPts val="128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~99%</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38"/>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High accuracy in</a:t>
                      </a:r>
                    </a:p>
                    <a:p>
                      <a:pPr marL="69850" marR="0" lvl="0" indent="0" algn="l" defTabSz="914400" rtl="0" eaLnBrk="1" fontAlgn="base" latinLnBrk="0" hangingPunct="1">
                        <a:lnSpc>
                          <a:spcPts val="1250"/>
                        </a:lnSpc>
                        <a:spcBef>
                          <a:spcPts val="88"/>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crop recommendation</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75"/>
                        </a:lnSpc>
                        <a:spcBef>
                          <a:spcPts val="13"/>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Focused on North India</a:t>
                      </a:r>
                    </a:p>
                    <a:p>
                      <a:pPr marL="73025" marR="0" lvl="0" indent="0" algn="l" defTabSz="914400" rtl="0" eaLnBrk="1" fontAlgn="base" latinLnBrk="0" hangingPunct="1">
                        <a:lnSpc>
                          <a:spcPts val="1250"/>
                        </a:lnSpc>
                        <a:spcBef>
                          <a:spcPts val="25"/>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not generalizable</a:t>
                      </a:r>
                    </a:p>
                  </a:txBody>
                  <a:tcPr marL="0" marR="0" marT="190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2758">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Depavath</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Harinath et al.</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Smart Farming</a:t>
                      </a:r>
                    </a:p>
                    <a:p>
                      <a:pPr marL="69850"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System for Yield Prediction</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ML</a:t>
                      </a:r>
                    </a:p>
                    <a:p>
                      <a:pPr marL="73025" marR="0" lvl="0" indent="0" algn="l" defTabSz="914400" rtl="0" eaLnBrk="1" fontAlgn="base" latinLnBrk="0" hangingPunct="1">
                        <a:lnSpc>
                          <a:spcPts val="13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(unspecified)</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2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Used ML for crop</a:t>
                      </a:r>
                    </a:p>
                    <a:p>
                      <a:pPr marL="73025"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monitoring &amp; forecasting</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Not</a:t>
                      </a:r>
                    </a:p>
                    <a:p>
                      <a:pPr marL="69850" marR="0" lvl="0" indent="0" algn="l" defTabSz="914400" rtl="0" eaLnBrk="1" fontAlgn="base" latinLnBrk="0" hangingPunct="1">
                        <a:lnSpc>
                          <a:spcPts val="13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specified</a:t>
                      </a:r>
                    </a:p>
                  </a:txBody>
                  <a:tcPr marL="0" marR="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69850">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69850"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Yield optimization</a:t>
                      </a:r>
                    </a:p>
                    <a:p>
                      <a:pPr marL="69850" marR="0" lvl="0" indent="0" algn="l" defTabSz="914400" rtl="0" eaLnBrk="1" fontAlgn="base" latinLnBrk="0" hangingPunct="1">
                        <a:lnSpc>
                          <a:spcPts val="1275"/>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using sensor- based prediction</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marL="73025">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73025" marR="0" lvl="0" indent="0" algn="l" defTabSz="914400" rtl="0" eaLnBrk="1" fontAlgn="base" latinLnBrk="0" hangingPunct="1">
                        <a:lnSpc>
                          <a:spcPts val="125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algorithm</a:t>
                      </a:r>
                    </a:p>
                    <a:p>
                      <a:pPr marL="73025" marR="0" lvl="0" indent="0" algn="l" defTabSz="914400" rtl="0" eaLnBrk="1" fontAlgn="base" latinLnBrk="0" hangingPunct="1">
                        <a:lnSpc>
                          <a:spcPts val="1213"/>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specifics and</a:t>
                      </a:r>
                    </a:p>
                    <a:p>
                      <a:pPr marL="73025" marR="0" lvl="0" indent="0" algn="l" defTabSz="914400" rtl="0" eaLnBrk="1" fontAlgn="base" latinLnBrk="0" hangingPunct="1">
                        <a:lnSpc>
                          <a:spcPts val="1250"/>
                        </a:lnSpc>
                        <a:spcBef>
                          <a:spcPts val="75"/>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criteria</a:t>
                      </a:r>
                    </a:p>
                  </a:txBody>
                  <a:tcPr marL="0" marR="0" marT="635"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1">
            <a:extLst>
              <a:ext uri="{FF2B5EF4-FFF2-40B4-BE49-F238E27FC236}">
                <a16:creationId xmlns:a16="http://schemas.microsoft.com/office/drawing/2014/main" id="{F2484F1C-B552-B014-DC20-44D799BF542C}"/>
              </a:ext>
            </a:extLst>
          </p:cNvPr>
          <p:cNvSpPr txBox="1">
            <a:spLocks noChangeArrowheads="1"/>
          </p:cNvSpPr>
          <p:nvPr/>
        </p:nvSpPr>
        <p:spPr bwMode="auto">
          <a:xfrm>
            <a:off x="2274888" y="146050"/>
            <a:ext cx="70548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N" altLang="en-US" sz="4000"/>
              <a:t>           </a:t>
            </a:r>
            <a:r>
              <a:rPr lang="en-US" altLang="en-US" sz="4000" b="1">
                <a:solidFill>
                  <a:schemeClr val="tx2"/>
                </a:solidFill>
                <a:latin typeface="Times New Roman" panose="02020603050405020304" pitchFamily="18" charset="0"/>
                <a:cs typeface="Times New Roman" panose="02020603050405020304" pitchFamily="18" charset="0"/>
              </a:rPr>
              <a:t>METHODOLOGY</a:t>
            </a:r>
            <a:endParaRPr lang="en-IN" altLang="en-US" sz="4000"/>
          </a:p>
        </p:txBody>
      </p:sp>
      <p:sp>
        <p:nvSpPr>
          <p:cNvPr id="9219" name="TextBox 3">
            <a:extLst>
              <a:ext uri="{FF2B5EF4-FFF2-40B4-BE49-F238E27FC236}">
                <a16:creationId xmlns:a16="http://schemas.microsoft.com/office/drawing/2014/main" id="{7CF23AE8-8B54-D5F1-3B57-BEADC122CCE8}"/>
              </a:ext>
            </a:extLst>
          </p:cNvPr>
          <p:cNvSpPr txBox="1">
            <a:spLocks noChangeArrowheads="1"/>
          </p:cNvSpPr>
          <p:nvPr/>
        </p:nvSpPr>
        <p:spPr bwMode="auto">
          <a:xfrm>
            <a:off x="255588" y="1141413"/>
            <a:ext cx="1146175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 typeface="Calibri" panose="020F0502020204030204" pitchFamily="34" charset="0"/>
              <a:buAutoNum type="arabicPeriod"/>
            </a:pPr>
            <a:r>
              <a:rPr lang="en-US" altLang="en-US" sz="2000" b="1" dirty="0">
                <a:latin typeface="Times New Roman" panose="02020603050405020304" pitchFamily="18" charset="0"/>
                <a:cs typeface="Times New Roman" panose="02020603050405020304" pitchFamily="18" charset="0"/>
              </a:rPr>
              <a:t>Data Collection</a:t>
            </a:r>
            <a:r>
              <a:rPr lang="en-US" altLang="en-US" sz="2000" dirty="0">
                <a:latin typeface="Times New Roman" panose="02020603050405020304" pitchFamily="18" charset="0"/>
                <a:cs typeface="Times New Roman" panose="02020603050405020304" pitchFamily="18" charset="0"/>
              </a:rPr>
              <a:t>: The first step involves gathering data from various sources such as sensors (for soil moisture, temperature, humidity), satellite images, drones, and weather APIs. Additionally, historical crop data, market prices, and pest occurrence records are collected. This data is essential for training and validating machine learning models</a:t>
            </a:r>
          </a:p>
          <a:p>
            <a:pPr algn="just">
              <a:spcBef>
                <a:spcPct val="0"/>
              </a:spcBef>
              <a:buFont typeface="Calibri" panose="020F0502020204030204" pitchFamily="34" charset="0"/>
              <a:buAutoNum type="arabicPeriod"/>
            </a:pPr>
            <a:r>
              <a:rPr lang="en-US" altLang="en-US" sz="2000" b="1" dirty="0">
                <a:latin typeface="Times New Roman" panose="02020603050405020304" pitchFamily="18" charset="0"/>
                <a:cs typeface="Times New Roman" panose="02020603050405020304" pitchFamily="18" charset="0"/>
              </a:rPr>
              <a:t>Data Preprocessing</a:t>
            </a:r>
            <a:r>
              <a:rPr lang="en-US" altLang="en-US" sz="2000" dirty="0">
                <a:latin typeface="Times New Roman" panose="02020603050405020304" pitchFamily="18" charset="0"/>
                <a:cs typeface="Times New Roman" panose="02020603050405020304" pitchFamily="18" charset="0"/>
              </a:rPr>
              <a:t>: Once collected, the data is cleaned and preprocessed. This includes handling missing values, noise removal, normalization, and converting categorical data into numerical format. For image data (like diseased leaves or aerial farm views), preprocessing may include resizing, grayscale conversion, or edge detection. This step ensures high quality input for the machine learning models. .</a:t>
            </a:r>
          </a:p>
          <a:p>
            <a:pPr algn="just">
              <a:spcBef>
                <a:spcPct val="0"/>
              </a:spcBef>
              <a:buFont typeface="Calibri" panose="020F0502020204030204" pitchFamily="34" charset="0"/>
              <a:buAutoNum type="arabicPeriod"/>
            </a:pPr>
            <a:r>
              <a:rPr lang="en-US" altLang="en-US" sz="2000" b="1" dirty="0">
                <a:latin typeface="Times New Roman" panose="02020603050405020304" pitchFamily="18" charset="0"/>
                <a:cs typeface="Times New Roman" panose="02020603050405020304" pitchFamily="18" charset="0"/>
              </a:rPr>
              <a:t>Feature Selection and Extraction</a:t>
            </a:r>
            <a:r>
              <a:rPr lang="en-US" altLang="en-US" sz="2000" dirty="0">
                <a:latin typeface="Times New Roman" panose="02020603050405020304" pitchFamily="18" charset="0"/>
                <a:cs typeface="Times New Roman" panose="02020603050405020304" pitchFamily="18" charset="0"/>
              </a:rPr>
              <a:t>: In this stage, important features are selected from the dataset that significantly affect the outcome. For example, soil pH, nitrogen level, and rainfall might be key features for crop recommendation. For image-based tasks, features like texture, shape, and color are extracted. Reducing irrelevant features improves the model's efficiency and accuracy.</a:t>
            </a:r>
          </a:p>
          <a:p>
            <a:pPr algn="just">
              <a:spcBef>
                <a:spcPct val="0"/>
              </a:spcBef>
              <a:buFont typeface="Calibri" panose="020F0502020204030204" pitchFamily="34" charset="0"/>
              <a:buAutoNum type="arabicPeriod"/>
            </a:pPr>
            <a:r>
              <a:rPr lang="en-US" altLang="en-US" sz="2000" b="1" dirty="0">
                <a:latin typeface="Times New Roman" panose="02020603050405020304" pitchFamily="18" charset="0"/>
                <a:cs typeface="Times New Roman" panose="02020603050405020304" pitchFamily="18" charset="0"/>
              </a:rPr>
              <a:t>Model Selection and Training</a:t>
            </a:r>
            <a:r>
              <a:rPr lang="en-US" altLang="en-US" sz="2000" dirty="0">
                <a:latin typeface="Times New Roman" panose="02020603050405020304" pitchFamily="18" charset="0"/>
                <a:cs typeface="Times New Roman" panose="02020603050405020304" pitchFamily="18" charset="0"/>
              </a:rPr>
              <a:t>: Appropriate machine learning models are chosen based on the problem type—classification, regression, or clustering. For example, Random Forests for yield prediction, and Decision Tree, XG Boosting for soil classification. These models are trained using the preprocessed and labeled dataset.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a:extLst>
              <a:ext uri="{FF2B5EF4-FFF2-40B4-BE49-F238E27FC236}">
                <a16:creationId xmlns:a16="http://schemas.microsoft.com/office/drawing/2014/main" id="{0ECD8ED1-BE29-1B48-7631-B9E7299E1240}"/>
              </a:ext>
            </a:extLst>
          </p:cNvPr>
          <p:cNvSpPr>
            <a:spLocks noGrp="1" noChangeArrowheads="1"/>
          </p:cNvSpPr>
          <p:nvPr>
            <p:ph idx="1"/>
          </p:nvPr>
        </p:nvSpPr>
        <p:spPr>
          <a:xfrm>
            <a:off x="288925" y="917575"/>
            <a:ext cx="11417300" cy="4862513"/>
          </a:xfrm>
        </p:spPr>
        <p:txBody>
          <a:bodyPr/>
          <a:lstStyle/>
          <a:p>
            <a:pPr marL="0" indent="0">
              <a:buFont typeface="Arial" panose="020B0604020202020204" pitchFamily="34" charset="0"/>
              <a:buNone/>
            </a:pPr>
            <a:r>
              <a:rPr lang="en-IN" altLang="en-US" sz="2000" b="1" dirty="0">
                <a:latin typeface="Times New Roman" panose="02020603050405020304" pitchFamily="18" charset="0"/>
                <a:cs typeface="Times New Roman" panose="02020603050405020304" pitchFamily="18" charset="0"/>
              </a:rPr>
              <a:t>5. </a:t>
            </a:r>
            <a:r>
              <a:rPr lang="en-US" altLang="en-US" sz="2000" b="1" dirty="0">
                <a:latin typeface="Times New Roman" panose="02020603050405020304" pitchFamily="18" charset="0"/>
                <a:cs typeface="Times New Roman" panose="02020603050405020304" pitchFamily="18" charset="0"/>
              </a:rPr>
              <a:t>Model Evaluation and Optimization</a:t>
            </a:r>
            <a:r>
              <a:rPr lang="en-US" altLang="en-US" sz="2000" dirty="0">
                <a:latin typeface="Times New Roman" panose="02020603050405020304" pitchFamily="18" charset="0"/>
                <a:cs typeface="Times New Roman" panose="02020603050405020304" pitchFamily="18" charset="0"/>
              </a:rPr>
              <a:t>: The trained models are tested on unseen data to evaluate their accuracy, precision, recall, or RMSE (for regression tasks). Techniques like cross-validation, hyperparameter tuning, and confusion matrix analysis are used to improve performance. This ensures the models are reliable and generalizable. </a:t>
            </a:r>
          </a:p>
          <a:p>
            <a:pPr marL="0" indent="0">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6. Deployment and Integration</a:t>
            </a:r>
            <a:r>
              <a:rPr lang="en-US" altLang="en-US" sz="2000" dirty="0">
                <a:latin typeface="Times New Roman" panose="02020603050405020304" pitchFamily="18" charset="0"/>
                <a:cs typeface="Times New Roman" panose="02020603050405020304" pitchFamily="18" charset="0"/>
              </a:rPr>
              <a:t>: After evaluation, the best-performing model is deployed into a smart agriculture platform. It can be integrated with IoT systems, mobile apps, or cloud dashboards to provide real-time recommendations to farmers, such as watering alerts, disease warnings, or crop suggestions.</a:t>
            </a:r>
          </a:p>
          <a:p>
            <a:pPr marL="0" indent="0">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7.</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Continuous Learning and Updates: </a:t>
            </a:r>
            <a:r>
              <a:rPr lang="en-US" altLang="en-US" sz="2000" dirty="0">
                <a:latin typeface="Times New Roman" panose="02020603050405020304" pitchFamily="18" charset="0"/>
                <a:cs typeface="Times New Roman" panose="02020603050405020304" pitchFamily="18" charset="0"/>
              </a:rPr>
              <a:t>The system is regularly updated with new data to retrain models, ensuring adaptability to changing weather, soil, and crop conditions. This continuous learning approach keeps the smart agriculture system relevant and effective over time.</a:t>
            </a: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9E7E206-0F9B-DB6C-8C82-B7288F11B44C}"/>
              </a:ext>
            </a:extLst>
          </p:cNvPr>
          <p:cNvSpPr>
            <a:spLocks noGrp="1" noChangeArrowheads="1"/>
          </p:cNvSpPr>
          <p:nvPr>
            <p:ph type="title"/>
          </p:nvPr>
        </p:nvSpPr>
        <p:spPr>
          <a:xfrm>
            <a:off x="609600" y="171450"/>
            <a:ext cx="10972800" cy="1143000"/>
          </a:xfrm>
        </p:spPr>
        <p:txBody>
          <a:bodyPr/>
          <a:lstStyle/>
          <a:p>
            <a:r>
              <a:rPr lang="en-US" altLang="en-US" b="1">
                <a:solidFill>
                  <a:schemeClr val="tx2"/>
                </a:solidFill>
                <a:latin typeface="Times New Roman" panose="02020603050405020304" pitchFamily="18" charset="0"/>
                <a:cs typeface="Times New Roman" panose="02020603050405020304" pitchFamily="18" charset="0"/>
              </a:rPr>
              <a:t>RESULT</a:t>
            </a:r>
            <a:endParaRPr lang="en-US" altLang="en-US">
              <a:solidFill>
                <a:srgbClr val="00B0F0"/>
              </a:solidFill>
            </a:endParaRPr>
          </a:p>
        </p:txBody>
      </p:sp>
      <p:pic>
        <p:nvPicPr>
          <p:cNvPr id="11267" name="object 11">
            <a:extLst>
              <a:ext uri="{FF2B5EF4-FFF2-40B4-BE49-F238E27FC236}">
                <a16:creationId xmlns:a16="http://schemas.microsoft.com/office/drawing/2014/main" id="{58000296-39CA-66B8-5093-9B360EA2F26B}"/>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598" y="1314450"/>
            <a:ext cx="10785895" cy="2938373"/>
          </a:xfrm>
        </p:spPr>
      </p:pic>
      <p:pic>
        <p:nvPicPr>
          <p:cNvPr id="11268" name="object 14">
            <a:extLst>
              <a:ext uri="{FF2B5EF4-FFF2-40B4-BE49-F238E27FC236}">
                <a16:creationId xmlns:a16="http://schemas.microsoft.com/office/drawing/2014/main" id="{D897AFA1-C010-65B4-7945-CBE25EF91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 y="4589253"/>
            <a:ext cx="10889412" cy="1897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a:extLst>
              <a:ext uri="{FF2B5EF4-FFF2-40B4-BE49-F238E27FC236}">
                <a16:creationId xmlns:a16="http://schemas.microsoft.com/office/drawing/2014/main" id="{9BE4A375-39C2-A8C0-B6C9-62C50B3D0A7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131D2D47-D3FF-3954-918B-A1AF4BB6639B}"/>
              </a:ext>
            </a:extLst>
          </p:cNvPr>
          <p:cNvPicPr>
            <a:picLocks noChangeAspect="1"/>
          </p:cNvPicPr>
          <p:nvPr/>
        </p:nvPicPr>
        <p:blipFill>
          <a:blip r:embed="rId2"/>
          <a:stretch>
            <a:fillRect/>
          </a:stretch>
        </p:blipFill>
        <p:spPr>
          <a:xfrm>
            <a:off x="707366" y="143953"/>
            <a:ext cx="10644997" cy="3505021"/>
          </a:xfrm>
          <a:prstGeom prst="rect">
            <a:avLst/>
          </a:prstGeom>
        </p:spPr>
      </p:pic>
      <p:pic>
        <p:nvPicPr>
          <p:cNvPr id="9" name="Picture 8">
            <a:extLst>
              <a:ext uri="{FF2B5EF4-FFF2-40B4-BE49-F238E27FC236}">
                <a16:creationId xmlns:a16="http://schemas.microsoft.com/office/drawing/2014/main" id="{1F99814D-B2A8-4C47-5811-5240C14D7982}"/>
              </a:ext>
            </a:extLst>
          </p:cNvPr>
          <p:cNvPicPr>
            <a:picLocks noChangeAspect="1"/>
          </p:cNvPicPr>
          <p:nvPr/>
        </p:nvPicPr>
        <p:blipFill>
          <a:blip r:embed="rId3"/>
          <a:stretch>
            <a:fillRect/>
          </a:stretch>
        </p:blipFill>
        <p:spPr>
          <a:xfrm>
            <a:off x="707366" y="3726611"/>
            <a:ext cx="10644997" cy="2987436"/>
          </a:xfrm>
          <a:prstGeom prst="rect">
            <a:avLst/>
          </a:prstGeom>
        </p:spPr>
      </p:pic>
    </p:spTree>
    <p:extLst>
      <p:ext uri="{BB962C8B-B14F-4D97-AF65-F5344CB8AC3E}">
        <p14:creationId xmlns:p14="http://schemas.microsoft.com/office/powerpoint/2010/main" val="3622797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a:extLst>
              <a:ext uri="{FF2B5EF4-FFF2-40B4-BE49-F238E27FC236}">
                <a16:creationId xmlns:a16="http://schemas.microsoft.com/office/drawing/2014/main" id="{3CADF30A-6E3A-B282-BAF5-6BBDEAE21DAC}"/>
              </a:ext>
            </a:extLst>
          </p:cNvPr>
          <p:cNvSpPr>
            <a:spLocks noGrp="1" noChangeArrowheads="1"/>
          </p:cNvSpPr>
          <p:nvPr>
            <p:ph type="title"/>
          </p:nvPr>
        </p:nvSpPr>
        <p:spPr>
          <a:xfrm>
            <a:off x="666750" y="138113"/>
            <a:ext cx="10972800" cy="1143000"/>
          </a:xfrm>
        </p:spPr>
        <p:txBody>
          <a:bodyPr/>
          <a:lstStyle/>
          <a:p>
            <a:pPr eaLnBrk="1" hangingPunct="1"/>
            <a:r>
              <a:rPr lang="en-US" altLang="en-US" sz="4000" b="1">
                <a:solidFill>
                  <a:schemeClr val="tx2"/>
                </a:solidFill>
                <a:latin typeface="Times New Roman" panose="02020603050405020304" pitchFamily="18" charset="0"/>
                <a:cs typeface="Times New Roman" panose="02020603050405020304" pitchFamily="18" charset="0"/>
              </a:rPr>
              <a:t>CONCLUSION   </a:t>
            </a:r>
          </a:p>
        </p:txBody>
      </p:sp>
      <p:sp>
        <p:nvSpPr>
          <p:cNvPr id="12291" name="Rectangle 4">
            <a:extLst>
              <a:ext uri="{FF2B5EF4-FFF2-40B4-BE49-F238E27FC236}">
                <a16:creationId xmlns:a16="http://schemas.microsoft.com/office/drawing/2014/main" id="{A9FD91A8-70D8-7EDB-6508-E750287F2DA7}"/>
              </a:ext>
            </a:extLst>
          </p:cNvPr>
          <p:cNvSpPr>
            <a:spLocks noGrp="1" noChangeArrowheads="1"/>
          </p:cNvSpPr>
          <p:nvPr>
            <p:ph sz="half" idx="1"/>
          </p:nvPr>
        </p:nvSpPr>
        <p:spPr>
          <a:xfrm>
            <a:off x="428625" y="1116013"/>
            <a:ext cx="11210925" cy="509428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spcBef>
                <a:spcPct val="0"/>
              </a:spcBef>
            </a:pPr>
            <a:r>
              <a:rPr lang="en-US" altLang="en-US" sz="2500">
                <a:latin typeface="Times New Roman" panose="02020603050405020304" pitchFamily="18" charset="0"/>
                <a:cs typeface="Times New Roman" panose="02020603050405020304" pitchFamily="18" charset="0"/>
              </a:rPr>
              <a:t>The system is expected to enhance overall farm productivity through accurate crop recommendation, predictive yield analysis, automated irrigation planning, and early disease detection.</a:t>
            </a:r>
          </a:p>
          <a:p>
            <a:pPr algn="just">
              <a:spcBef>
                <a:spcPct val="0"/>
              </a:spcBef>
            </a:pPr>
            <a:r>
              <a:rPr lang="en-US" altLang="en-US" sz="2500">
                <a:latin typeface="Times New Roman" panose="02020603050405020304" pitchFamily="18" charset="0"/>
                <a:cs typeface="Times New Roman" panose="02020603050405020304" pitchFamily="18" charset="0"/>
              </a:rPr>
              <a:t>Implementation of models such as Random Forest for crop selection, CNN for disease identification, and LSTM for time-series forecasting is projected to yield high prediction accuracies, often exceeding 90%.</a:t>
            </a:r>
          </a:p>
          <a:p>
            <a:pPr algn="just">
              <a:spcBef>
                <a:spcPct val="0"/>
              </a:spcBef>
            </a:pPr>
            <a:r>
              <a:rPr lang="en-US" altLang="en-US" sz="2500">
                <a:latin typeface="Times New Roman" panose="02020603050405020304" pitchFamily="18" charset="0"/>
                <a:cs typeface="Times New Roman" panose="02020603050405020304" pitchFamily="18" charset="0"/>
              </a:rPr>
              <a:t>Farmers will be able to make informed decisions regarding crop choice, irrigation timing, and fertilizer application, ultimately improving yield while reducing input waste.</a:t>
            </a:r>
          </a:p>
          <a:p>
            <a:pPr algn="just">
              <a:spcBef>
                <a:spcPct val="0"/>
              </a:spcBef>
            </a:pPr>
            <a:r>
              <a:rPr lang="en-US" altLang="en-US" sz="2500">
                <a:latin typeface="Times New Roman" panose="02020603050405020304" pitchFamily="18" charset="0"/>
                <a:cs typeface="Times New Roman" panose="02020603050405020304" pitchFamily="18" charset="0"/>
              </a:rPr>
              <a:t>The system will provide disease alerts and suggest protective actions based on sensor and image inputs, minimizing crop losses due to late diagnosis.</a:t>
            </a:r>
          </a:p>
          <a:p>
            <a:pPr algn="just">
              <a:spcBef>
                <a:spcPct val="0"/>
              </a:spcBef>
            </a:pPr>
            <a:r>
              <a:rPr lang="en-US" altLang="en-US" sz="2500">
                <a:latin typeface="Times New Roman" panose="02020603050405020304" pitchFamily="18" charset="0"/>
                <a:cs typeface="Times New Roman" panose="02020603050405020304" pitchFamily="18" charset="0"/>
              </a:rPr>
              <a:t>The project promotes sustainable farming by optimizing water usage through smart irrigation and recommending environmentally responsible fertilizer application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7">
            <a:extLst>
              <a:ext uri="{FF2B5EF4-FFF2-40B4-BE49-F238E27FC236}">
                <a16:creationId xmlns:a16="http://schemas.microsoft.com/office/drawing/2014/main" id="{B19FDBA8-A191-7524-278F-385464286020}"/>
              </a:ext>
            </a:extLst>
          </p:cNvPr>
          <p:cNvSpPr>
            <a:spLocks noGrp="1" noChangeArrowheads="1"/>
          </p:cNvSpPr>
          <p:nvPr>
            <p:ph type="title"/>
          </p:nvPr>
        </p:nvSpPr>
        <p:spPr>
          <a:xfrm>
            <a:off x="604838" y="254000"/>
            <a:ext cx="10972800" cy="962025"/>
          </a:xfrm>
        </p:spPr>
        <p:txBody>
          <a:bodyPr/>
          <a:lstStyle/>
          <a:p>
            <a:pPr eaLnBrk="1" hangingPunct="1"/>
            <a:r>
              <a:rPr lang="en-US" altLang="en-US" b="1" dirty="0">
                <a:solidFill>
                  <a:schemeClr val="tx2"/>
                </a:solidFill>
                <a:latin typeface="Times New Roman" panose="02020603050405020304" pitchFamily="18" charset="0"/>
                <a:cs typeface="Times New Roman" panose="02020603050405020304" pitchFamily="18" charset="0"/>
              </a:rPr>
              <a:t>FUTURE WORK</a:t>
            </a:r>
            <a:endParaRPr lang="en-US" altLang="en-US" dirty="0"/>
          </a:p>
        </p:txBody>
      </p:sp>
      <p:sp>
        <p:nvSpPr>
          <p:cNvPr id="13315" name="Rectangle 4">
            <a:extLst>
              <a:ext uri="{FF2B5EF4-FFF2-40B4-BE49-F238E27FC236}">
                <a16:creationId xmlns:a16="http://schemas.microsoft.com/office/drawing/2014/main" id="{F5EB2259-818D-F957-4504-3B4D145FA767}"/>
              </a:ext>
            </a:extLst>
          </p:cNvPr>
          <p:cNvSpPr>
            <a:spLocks noGrp="1" noChangeArrowheads="1"/>
          </p:cNvSpPr>
          <p:nvPr>
            <p:ph idx="1"/>
          </p:nvPr>
        </p:nvSpPr>
        <p:spPr>
          <a:xfrm>
            <a:off x="604838" y="1184231"/>
            <a:ext cx="11377253" cy="5576976"/>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gn="just">
              <a:lnSpc>
                <a:spcPct val="150000"/>
              </a:lnSpc>
              <a:spcBef>
                <a:spcPct val="0"/>
              </a:spcBef>
              <a:buFontTx/>
              <a:buNone/>
            </a:pPr>
            <a:r>
              <a:rPr lang="en-US" altLang="en-US" sz="2000" dirty="0">
                <a:latin typeface="Times New Roman" panose="02020603050405020304" pitchFamily="18" charset="0"/>
                <a:cs typeface="Times New Roman" panose="02020603050405020304" pitchFamily="18" charset="0"/>
              </a:rPr>
              <a:t>The developed </a:t>
            </a:r>
            <a:r>
              <a:rPr lang="en-US" altLang="en-US" sz="2000" dirty="0" err="1">
                <a:latin typeface="Times New Roman" panose="02020603050405020304" pitchFamily="18" charset="0"/>
                <a:cs typeface="Times New Roman" panose="02020603050405020304" pitchFamily="18" charset="0"/>
              </a:rPr>
              <a:t>FarmAI</a:t>
            </a:r>
            <a:r>
              <a:rPr lang="en-US" altLang="en-US" sz="2000" dirty="0">
                <a:latin typeface="Times New Roman" panose="02020603050405020304" pitchFamily="18" charset="0"/>
                <a:cs typeface="Times New Roman" panose="02020603050405020304" pitchFamily="18" charset="0"/>
              </a:rPr>
              <a:t> – Intelligent Crop Recommendation System successfully demonstrates the potential of Machine Learning (ML) in transforming traditional agriculture into a data driven, intelligent, and sustainable practice. Using algorithms such as Random Forest, Decision Tree, and </a:t>
            </a:r>
            <a:r>
              <a:rPr lang="en-US" altLang="en-US" sz="2000" dirty="0" err="1">
                <a:latin typeface="Times New Roman" panose="02020603050405020304" pitchFamily="18" charset="0"/>
                <a:cs typeface="Times New Roman" panose="02020603050405020304" pitchFamily="18" charset="0"/>
              </a:rPr>
              <a:t>XGBoost</a:t>
            </a:r>
            <a:r>
              <a:rPr lang="en-US" altLang="en-US" sz="2000" dirty="0">
                <a:latin typeface="Times New Roman" panose="02020603050405020304" pitchFamily="18" charset="0"/>
                <a:cs typeface="Times New Roman" panose="02020603050405020304" pitchFamily="18" charset="0"/>
              </a:rPr>
              <a:t>, the system effectively predicts suitable crops, identifies disease patterns, and provides actionable recommendations for improved farming outcomes. Among the models implemented, Random Forest achieved the highest performance with 99.09% test accuracy and 100% training accuracy, while </a:t>
            </a:r>
            <a:r>
              <a:rPr lang="en-US" altLang="en-US" sz="2000" dirty="0" err="1">
                <a:latin typeface="Times New Roman" panose="02020603050405020304" pitchFamily="18" charset="0"/>
                <a:cs typeface="Times New Roman" panose="02020603050405020304" pitchFamily="18" charset="0"/>
              </a:rPr>
              <a:t>XGBoost</a:t>
            </a:r>
            <a:r>
              <a:rPr lang="en-US" altLang="en-US" sz="2000" dirty="0">
                <a:latin typeface="Times New Roman" panose="02020603050405020304" pitchFamily="18" charset="0"/>
                <a:cs typeface="Times New Roman" panose="02020603050405020304" pitchFamily="18" charset="0"/>
              </a:rPr>
              <a:t> delivered robust yield and disease prediction capabilities. The inclusion of Generative AI (GenAI) powered by Cohere further enhances the system’s intelligence by generating human-readable suggestions, context-aware insights, and crop-specific recommendations that guide farmers toward efficient decision-making. Overall, the project bridges the gap between machine intelligence and agricultural expertise, empowering farmers to optimize productivity, reduce resource wastage, and achieve higher [4] profitability through predictive analytics and AI driven insights.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a:extLst>
              <a:ext uri="{FF2B5EF4-FFF2-40B4-BE49-F238E27FC236}">
                <a16:creationId xmlns:a16="http://schemas.microsoft.com/office/drawing/2014/main" id="{CEAC6159-1119-FB43-7111-E95A9A9AE4F5}"/>
              </a:ext>
            </a:extLst>
          </p:cNvPr>
          <p:cNvSpPr txBox="1">
            <a:spLocks noChangeArrowheads="1"/>
          </p:cNvSpPr>
          <p:nvPr/>
        </p:nvSpPr>
        <p:spPr bwMode="auto">
          <a:xfrm>
            <a:off x="1295400" y="2459038"/>
            <a:ext cx="96012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N" altLang="en-US" sz="12000" b="1" i="1">
                <a:latin typeface="Times New Roman" panose="02020603050405020304" pitchFamily="18" charset="0"/>
                <a:cs typeface="Times New Roman" panose="02020603050405020304" pitchFamily="18" charset="0"/>
              </a:rPr>
              <a:t>THANK YOU!</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1330</TotalTime>
  <Words>1422</Words>
  <Application>Microsoft Office PowerPoint</Application>
  <PresentationFormat>Widescreen</PresentationFormat>
  <Paragraphs>159</Paragraphs>
  <Slides>12</Slides>
  <Notes>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12</vt:i4>
      </vt:variant>
    </vt:vector>
  </HeadingPairs>
  <TitlesOfParts>
    <vt:vector size="21" baseType="lpstr">
      <vt:lpstr>Arial</vt:lpstr>
      <vt:lpstr>Arial Black</vt:lpstr>
      <vt:lpstr>Calibri</vt:lpstr>
      <vt:lpstr>Cambria</vt:lpstr>
      <vt:lpstr>Copperplate Gothic Bold</vt:lpstr>
      <vt:lpstr>Times New Roman</vt:lpstr>
      <vt:lpstr>Office Theme</vt:lpstr>
      <vt:lpstr>1_Office Theme</vt:lpstr>
      <vt:lpstr>Bitmap Image</vt:lpstr>
      <vt:lpstr>PowerPoint Presentation</vt:lpstr>
      <vt:lpstr>Contents </vt:lpstr>
      <vt:lpstr>INTRODUCTION</vt:lpstr>
      <vt:lpstr>  PROBLEM STATEMENT</vt:lpstr>
      <vt:lpstr>PowerPoint Presentation</vt:lpstr>
      <vt:lpstr>PowerPoint Presentation</vt:lpstr>
      <vt:lpstr>PowerPoint Presentation</vt:lpstr>
      <vt:lpstr>RESULT</vt:lpstr>
      <vt:lpstr>PowerPoint Presentation</vt:lpstr>
      <vt:lpstr>CONCLUSION   </vt:lpstr>
      <vt:lpstr>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ISE  Project Phase II Review-I Presentation</dc:title>
  <dc:creator>Nayana reddy</dc:creator>
  <cp:lastModifiedBy>varshagowdaharvi2004@gmail.com</cp:lastModifiedBy>
  <cp:revision>109</cp:revision>
  <dcterms:created xsi:type="dcterms:W3CDTF">2022-05-19T05:36:13Z</dcterms:created>
  <dcterms:modified xsi:type="dcterms:W3CDTF">2025-11-28T09:17:54Z</dcterms:modified>
</cp:coreProperties>
</file>